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2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1" r:id="rId1"/>
  </p:sldMasterIdLst>
  <p:sldIdLst>
    <p:sldId id="256" r:id="rId2"/>
    <p:sldId id="258" r:id="rId3"/>
    <p:sldId id="257" r:id="rId4"/>
    <p:sldId id="259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met kahraman" initials="ak" lastIdx="1" clrIdx="0">
    <p:extLst>
      <p:ext uri="{19B8F6BF-5375-455C-9EA6-DF929625EA0E}">
        <p15:presenceInfo xmlns:p15="http://schemas.microsoft.com/office/powerpoint/2012/main" userId="9f94b42878c098e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60" y="1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rface%20Book\Desktop\ban100-2019\Assignment1\CARS_199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Surface%20Book\Desktop\ban100-2019\Assignment1\CARS_1993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Surface%20Book\Desktop\ban100-2019\Assignment1\CARS_199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Sheet11!$A$1</c:f>
              <c:strCache>
                <c:ptCount val="1"/>
                <c:pt idx="0">
                  <c:v>Mid_Price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Sheet11!$A$2:$A$94</c:f>
              <c:numCache>
                <c:formatCode>General</c:formatCode>
                <c:ptCount val="93"/>
                <c:pt idx="0">
                  <c:v>7.4</c:v>
                </c:pt>
                <c:pt idx="1">
                  <c:v>8</c:v>
                </c:pt>
                <c:pt idx="2">
                  <c:v>8.3000000000000007</c:v>
                </c:pt>
                <c:pt idx="3">
                  <c:v>8.4</c:v>
                </c:pt>
                <c:pt idx="4">
                  <c:v>8.4</c:v>
                </c:pt>
                <c:pt idx="5">
                  <c:v>8.6</c:v>
                </c:pt>
                <c:pt idx="6">
                  <c:v>9</c:v>
                </c:pt>
                <c:pt idx="7">
                  <c:v>9.1</c:v>
                </c:pt>
                <c:pt idx="8">
                  <c:v>9.1999999999999993</c:v>
                </c:pt>
                <c:pt idx="9">
                  <c:v>9.8000000000000007</c:v>
                </c:pt>
                <c:pt idx="10">
                  <c:v>10</c:v>
                </c:pt>
                <c:pt idx="11">
                  <c:v>10</c:v>
                </c:pt>
                <c:pt idx="12">
                  <c:v>10.1</c:v>
                </c:pt>
                <c:pt idx="13">
                  <c:v>10.3</c:v>
                </c:pt>
                <c:pt idx="14">
                  <c:v>10.9</c:v>
                </c:pt>
                <c:pt idx="15">
                  <c:v>11.1</c:v>
                </c:pt>
                <c:pt idx="16">
                  <c:v>11.1</c:v>
                </c:pt>
                <c:pt idx="17">
                  <c:v>11.3</c:v>
                </c:pt>
                <c:pt idx="18">
                  <c:v>11.3</c:v>
                </c:pt>
                <c:pt idx="19">
                  <c:v>11.4</c:v>
                </c:pt>
                <c:pt idx="20">
                  <c:v>11.6</c:v>
                </c:pt>
                <c:pt idx="21">
                  <c:v>11.8</c:v>
                </c:pt>
                <c:pt idx="22">
                  <c:v>12.1</c:v>
                </c:pt>
                <c:pt idx="23">
                  <c:v>12.2</c:v>
                </c:pt>
                <c:pt idx="24">
                  <c:v>12.5</c:v>
                </c:pt>
                <c:pt idx="25">
                  <c:v>13.3</c:v>
                </c:pt>
                <c:pt idx="26">
                  <c:v>13.4</c:v>
                </c:pt>
                <c:pt idx="27">
                  <c:v>13.5</c:v>
                </c:pt>
                <c:pt idx="28">
                  <c:v>13.9</c:v>
                </c:pt>
                <c:pt idx="29">
                  <c:v>14</c:v>
                </c:pt>
                <c:pt idx="30">
                  <c:v>14.1</c:v>
                </c:pt>
                <c:pt idx="31">
                  <c:v>14.4</c:v>
                </c:pt>
                <c:pt idx="32">
                  <c:v>14.9</c:v>
                </c:pt>
                <c:pt idx="33">
                  <c:v>15.6</c:v>
                </c:pt>
                <c:pt idx="34">
                  <c:v>15.7</c:v>
                </c:pt>
                <c:pt idx="35">
                  <c:v>15.7</c:v>
                </c:pt>
                <c:pt idx="36">
                  <c:v>15.8</c:v>
                </c:pt>
                <c:pt idx="37">
                  <c:v>15.9</c:v>
                </c:pt>
                <c:pt idx="38">
                  <c:v>15.9</c:v>
                </c:pt>
                <c:pt idx="39">
                  <c:v>15.9</c:v>
                </c:pt>
                <c:pt idx="40">
                  <c:v>16.3</c:v>
                </c:pt>
                <c:pt idx="41">
                  <c:v>16.3</c:v>
                </c:pt>
                <c:pt idx="42">
                  <c:v>16.5</c:v>
                </c:pt>
                <c:pt idx="43">
                  <c:v>16.600000000000001</c:v>
                </c:pt>
                <c:pt idx="44">
                  <c:v>17.5</c:v>
                </c:pt>
                <c:pt idx="45">
                  <c:v>17.7</c:v>
                </c:pt>
                <c:pt idx="46">
                  <c:v>18.2</c:v>
                </c:pt>
                <c:pt idx="47">
                  <c:v>18.399999999999999</c:v>
                </c:pt>
                <c:pt idx="48">
                  <c:v>18.399999999999999</c:v>
                </c:pt>
                <c:pt idx="49">
                  <c:v>18.5</c:v>
                </c:pt>
                <c:pt idx="50">
                  <c:v>18.8</c:v>
                </c:pt>
                <c:pt idx="51">
                  <c:v>19</c:v>
                </c:pt>
                <c:pt idx="52">
                  <c:v>19.100000000000001</c:v>
                </c:pt>
                <c:pt idx="53">
                  <c:v>19.100000000000001</c:v>
                </c:pt>
                <c:pt idx="54">
                  <c:v>19.3</c:v>
                </c:pt>
                <c:pt idx="55">
                  <c:v>19.5</c:v>
                </c:pt>
                <c:pt idx="56">
                  <c:v>19.5</c:v>
                </c:pt>
                <c:pt idx="57">
                  <c:v>19.7</c:v>
                </c:pt>
                <c:pt idx="58">
                  <c:v>19.8</c:v>
                </c:pt>
                <c:pt idx="59">
                  <c:v>19.899999999999999</c:v>
                </c:pt>
                <c:pt idx="60">
                  <c:v>20</c:v>
                </c:pt>
                <c:pt idx="61">
                  <c:v>20.2</c:v>
                </c:pt>
                <c:pt idx="62">
                  <c:v>20.7</c:v>
                </c:pt>
                <c:pt idx="63">
                  <c:v>20.8</c:v>
                </c:pt>
                <c:pt idx="64">
                  <c:v>20.9</c:v>
                </c:pt>
                <c:pt idx="65">
                  <c:v>21.5</c:v>
                </c:pt>
                <c:pt idx="66">
                  <c:v>22.7</c:v>
                </c:pt>
                <c:pt idx="67">
                  <c:v>22.7</c:v>
                </c:pt>
                <c:pt idx="68">
                  <c:v>23.3</c:v>
                </c:pt>
                <c:pt idx="69">
                  <c:v>23.7</c:v>
                </c:pt>
                <c:pt idx="70">
                  <c:v>24.4</c:v>
                </c:pt>
                <c:pt idx="71">
                  <c:v>25.8</c:v>
                </c:pt>
                <c:pt idx="72">
                  <c:v>26.1</c:v>
                </c:pt>
                <c:pt idx="73">
                  <c:v>26.3</c:v>
                </c:pt>
                <c:pt idx="74">
                  <c:v>26.7</c:v>
                </c:pt>
                <c:pt idx="75">
                  <c:v>28.7</c:v>
                </c:pt>
                <c:pt idx="76">
                  <c:v>29</c:v>
                </c:pt>
                <c:pt idx="77">
                  <c:v>29.1</c:v>
                </c:pt>
                <c:pt idx="78">
                  <c:v>29.5</c:v>
                </c:pt>
                <c:pt idx="79">
                  <c:v>30</c:v>
                </c:pt>
                <c:pt idx="80">
                  <c:v>31.9</c:v>
                </c:pt>
                <c:pt idx="81">
                  <c:v>32.5</c:v>
                </c:pt>
                <c:pt idx="82">
                  <c:v>33.9</c:v>
                </c:pt>
                <c:pt idx="83">
                  <c:v>34.299999999999997</c:v>
                </c:pt>
                <c:pt idx="84">
                  <c:v>34.700000000000003</c:v>
                </c:pt>
                <c:pt idx="85">
                  <c:v>35.200000000000003</c:v>
                </c:pt>
                <c:pt idx="86">
                  <c:v>36.1</c:v>
                </c:pt>
                <c:pt idx="87">
                  <c:v>37.700000000000003</c:v>
                </c:pt>
                <c:pt idx="88">
                  <c:v>38</c:v>
                </c:pt>
                <c:pt idx="89">
                  <c:v>40.1</c:v>
                </c:pt>
                <c:pt idx="90">
                  <c:v>47.9</c:v>
                </c:pt>
                <c:pt idx="91">
                  <c:v>61.9</c:v>
                </c:pt>
                <c:pt idx="92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D89-47D8-9C7E-FF832DC27B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3854936"/>
        <c:axId val="611090520"/>
      </c:lineChart>
      <c:catAx>
        <c:axId val="6138549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090520"/>
        <c:crosses val="autoZero"/>
        <c:auto val="1"/>
        <c:lblAlgn val="ctr"/>
        <c:lblOffset val="100"/>
        <c:noMultiLvlLbl val="0"/>
      </c:catAx>
      <c:valAx>
        <c:axId val="611090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3854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Sheet11!$A$2:$A$94</cx:f>
        <cx:lvl ptCount="93" formatCode="General">
          <cx:pt idx="0">7.4000000000000004</cx:pt>
          <cx:pt idx="1">8</cx:pt>
          <cx:pt idx="2">8.3000000000000007</cx:pt>
          <cx:pt idx="3">8.4000000000000004</cx:pt>
          <cx:pt idx="4">8.4000000000000004</cx:pt>
          <cx:pt idx="5">8.5999999999999996</cx:pt>
          <cx:pt idx="6">9</cx:pt>
          <cx:pt idx="7">9.0999999999999996</cx:pt>
          <cx:pt idx="8">9.1999999999999993</cx:pt>
          <cx:pt idx="9">9.8000000000000007</cx:pt>
          <cx:pt idx="10">10</cx:pt>
          <cx:pt idx="11">10</cx:pt>
          <cx:pt idx="12">10.1</cx:pt>
          <cx:pt idx="13">10.300000000000001</cx:pt>
          <cx:pt idx="14">10.9</cx:pt>
          <cx:pt idx="15">11.1</cx:pt>
          <cx:pt idx="16">11.1</cx:pt>
          <cx:pt idx="17">11.300000000000001</cx:pt>
          <cx:pt idx="18">11.300000000000001</cx:pt>
          <cx:pt idx="19">11.4</cx:pt>
          <cx:pt idx="20">11.6</cx:pt>
          <cx:pt idx="21">11.800000000000001</cx:pt>
          <cx:pt idx="22">12.1</cx:pt>
          <cx:pt idx="23">12.199999999999999</cx:pt>
          <cx:pt idx="24">12.5</cx:pt>
          <cx:pt idx="25">13.300000000000001</cx:pt>
          <cx:pt idx="26">13.4</cx:pt>
          <cx:pt idx="27">13.5</cx:pt>
          <cx:pt idx="28">13.9</cx:pt>
          <cx:pt idx="29">14</cx:pt>
          <cx:pt idx="30">14.1</cx:pt>
          <cx:pt idx="31">14.4</cx:pt>
          <cx:pt idx="32">14.9</cx:pt>
          <cx:pt idx="33">15.6</cx:pt>
          <cx:pt idx="34">15.699999999999999</cx:pt>
          <cx:pt idx="35">15.699999999999999</cx:pt>
          <cx:pt idx="36">15.800000000000001</cx:pt>
          <cx:pt idx="37">15.9</cx:pt>
          <cx:pt idx="38">15.9</cx:pt>
          <cx:pt idx="39">15.9</cx:pt>
          <cx:pt idx="40">16.300000000000001</cx:pt>
          <cx:pt idx="41">16.300000000000001</cx:pt>
          <cx:pt idx="42">16.5</cx:pt>
          <cx:pt idx="43">16.600000000000001</cx:pt>
          <cx:pt idx="44">17.5</cx:pt>
          <cx:pt idx="45">17.699999999999999</cx:pt>
          <cx:pt idx="46">18.199999999999999</cx:pt>
          <cx:pt idx="47">18.399999999999999</cx:pt>
          <cx:pt idx="48">18.399999999999999</cx:pt>
          <cx:pt idx="49">18.5</cx:pt>
          <cx:pt idx="50">18.800000000000001</cx:pt>
          <cx:pt idx="51">19</cx:pt>
          <cx:pt idx="52">19.100000000000001</cx:pt>
          <cx:pt idx="53">19.100000000000001</cx:pt>
          <cx:pt idx="54">19.300000000000001</cx:pt>
          <cx:pt idx="55">19.5</cx:pt>
          <cx:pt idx="56">19.5</cx:pt>
          <cx:pt idx="57">19.699999999999999</cx:pt>
          <cx:pt idx="58">19.800000000000001</cx:pt>
          <cx:pt idx="59">19.899999999999999</cx:pt>
          <cx:pt idx="60">20</cx:pt>
          <cx:pt idx="61">20.199999999999999</cx:pt>
          <cx:pt idx="62">20.699999999999999</cx:pt>
          <cx:pt idx="63">20.800000000000001</cx:pt>
          <cx:pt idx="64">20.899999999999999</cx:pt>
          <cx:pt idx="65">21.5</cx:pt>
          <cx:pt idx="66">22.699999999999999</cx:pt>
          <cx:pt idx="67">22.699999999999999</cx:pt>
          <cx:pt idx="68">23.300000000000001</cx:pt>
          <cx:pt idx="69">23.699999999999999</cx:pt>
          <cx:pt idx="70">24.399999999999999</cx:pt>
          <cx:pt idx="71">25.800000000000001</cx:pt>
          <cx:pt idx="72">26.100000000000001</cx:pt>
          <cx:pt idx="73">26.300000000000001</cx:pt>
          <cx:pt idx="74">26.699999999999999</cx:pt>
          <cx:pt idx="75">28.699999999999999</cx:pt>
          <cx:pt idx="76">29</cx:pt>
          <cx:pt idx="77">29.100000000000001</cx:pt>
          <cx:pt idx="78">29.5</cx:pt>
          <cx:pt idx="79">30</cx:pt>
          <cx:pt idx="80">31.899999999999999</cx:pt>
          <cx:pt idx="81">32.5</cx:pt>
          <cx:pt idx="82">33.899999999999999</cx:pt>
          <cx:pt idx="83">34.299999999999997</cx:pt>
          <cx:pt idx="84">34.700000000000003</cx:pt>
          <cx:pt idx="85">35.200000000000003</cx:pt>
          <cx:pt idx="86">36.100000000000001</cx:pt>
          <cx:pt idx="87">37.700000000000003</cx:pt>
          <cx:pt idx="88">38</cx:pt>
          <cx:pt idx="89">40.100000000000001</cx:pt>
          <cx:pt idx="90">47.899999999999999</cx:pt>
          <cx:pt idx="91">61.899999999999999</cx:pt>
          <cx:pt idx="92">151</cx:pt>
        </cx:lvl>
      </cx:numDim>
    </cx:data>
  </cx:chartData>
  <cx:chart>
    <cx:title pos="t" align="ctr" overlay="0">
      <cx:tx>
        <cx:txData>
          <cx:v>Histogram for Mid_Price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rPr>
            <a:t>Histogram for Mid_Price</a:t>
          </a:r>
        </a:p>
      </cx:txPr>
    </cx:title>
    <cx:plotArea>
      <cx:plotAreaRegion>
        <cx:series layoutId="clusteredColumn" uniqueId="{6DDF0E53-6850-461C-A70D-803E03CB8631}" formatIdx="0">
          <cx:tx>
            <cx:txData>
              <cx:f>Sheet11!$A$1</cx:f>
              <cx:v>Mid_Price</cx:v>
            </cx:txData>
          </cx:tx>
          <cx:dataLabels pos="inEnd">
            <cx:visibility seriesName="0" categoryName="0" value="1"/>
          </cx:dataLabels>
          <cx:dataId val="0"/>
          <cx:layoutPr>
            <cx:binning intervalClosed="r">
              <cx:binSize val="15"/>
            </cx:binning>
          </cx:layoutPr>
        </cx:series>
      </cx:plotAreaRegion>
      <cx:axis id="0">
        <cx:catScaling gapWidth="0"/>
        <cx:tickLabels/>
      </cx:axis>
      <cx:axis id="1" hidden="1">
        <cx:valScaling/>
        <cx:majorGridlines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Sheet11!$A$2:$A$94</cx:f>
        <cx:lvl ptCount="93" formatCode="General">
          <cx:pt idx="0">7.4000000000000004</cx:pt>
          <cx:pt idx="1">8</cx:pt>
          <cx:pt idx="2">8.3000000000000007</cx:pt>
          <cx:pt idx="3">8.4000000000000004</cx:pt>
          <cx:pt idx="4">8.4000000000000004</cx:pt>
          <cx:pt idx="5">8.5999999999999996</cx:pt>
          <cx:pt idx="6">9</cx:pt>
          <cx:pt idx="7">9.0999999999999996</cx:pt>
          <cx:pt idx="8">9.1999999999999993</cx:pt>
          <cx:pt idx="9">9.8000000000000007</cx:pt>
          <cx:pt idx="10">10</cx:pt>
          <cx:pt idx="11">10</cx:pt>
          <cx:pt idx="12">10.1</cx:pt>
          <cx:pt idx="13">10.300000000000001</cx:pt>
          <cx:pt idx="14">10.9</cx:pt>
          <cx:pt idx="15">11.1</cx:pt>
          <cx:pt idx="16">11.1</cx:pt>
          <cx:pt idx="17">11.300000000000001</cx:pt>
          <cx:pt idx="18">11.300000000000001</cx:pt>
          <cx:pt idx="19">11.4</cx:pt>
          <cx:pt idx="20">11.6</cx:pt>
          <cx:pt idx="21">11.800000000000001</cx:pt>
          <cx:pt idx="22">12.1</cx:pt>
          <cx:pt idx="23">12.199999999999999</cx:pt>
          <cx:pt idx="24">12.5</cx:pt>
          <cx:pt idx="25">13.300000000000001</cx:pt>
          <cx:pt idx="26">13.4</cx:pt>
          <cx:pt idx="27">13.5</cx:pt>
          <cx:pt idx="28">13.9</cx:pt>
          <cx:pt idx="29">14</cx:pt>
          <cx:pt idx="30">14.1</cx:pt>
          <cx:pt idx="31">14.4</cx:pt>
          <cx:pt idx="32">14.9</cx:pt>
          <cx:pt idx="33">15.6</cx:pt>
          <cx:pt idx="34">15.699999999999999</cx:pt>
          <cx:pt idx="35">15.699999999999999</cx:pt>
          <cx:pt idx="36">15.800000000000001</cx:pt>
          <cx:pt idx="37">15.9</cx:pt>
          <cx:pt idx="38">15.9</cx:pt>
          <cx:pt idx="39">15.9</cx:pt>
          <cx:pt idx="40">16.300000000000001</cx:pt>
          <cx:pt idx="41">16.300000000000001</cx:pt>
          <cx:pt idx="42">16.5</cx:pt>
          <cx:pt idx="43">16.600000000000001</cx:pt>
          <cx:pt idx="44">17.5</cx:pt>
          <cx:pt idx="45">17.699999999999999</cx:pt>
          <cx:pt idx="46">18.199999999999999</cx:pt>
          <cx:pt idx="47">18.399999999999999</cx:pt>
          <cx:pt idx="48">18.399999999999999</cx:pt>
          <cx:pt idx="49">18.5</cx:pt>
          <cx:pt idx="50">18.800000000000001</cx:pt>
          <cx:pt idx="51">19</cx:pt>
          <cx:pt idx="52">19.100000000000001</cx:pt>
          <cx:pt idx="53">19.100000000000001</cx:pt>
          <cx:pt idx="54">19.300000000000001</cx:pt>
          <cx:pt idx="55">19.5</cx:pt>
          <cx:pt idx="56">19.5</cx:pt>
          <cx:pt idx="57">19.699999999999999</cx:pt>
          <cx:pt idx="58">19.800000000000001</cx:pt>
          <cx:pt idx="59">19.899999999999999</cx:pt>
          <cx:pt idx="60">20</cx:pt>
          <cx:pt idx="61">20.199999999999999</cx:pt>
          <cx:pt idx="62">20.699999999999999</cx:pt>
          <cx:pt idx="63">20.800000000000001</cx:pt>
          <cx:pt idx="64">20.899999999999999</cx:pt>
          <cx:pt idx="65">21.5</cx:pt>
          <cx:pt idx="66">22.699999999999999</cx:pt>
          <cx:pt idx="67">22.699999999999999</cx:pt>
          <cx:pt idx="68">23.300000000000001</cx:pt>
          <cx:pt idx="69">23.699999999999999</cx:pt>
          <cx:pt idx="70">24.399999999999999</cx:pt>
          <cx:pt idx="71">25.800000000000001</cx:pt>
          <cx:pt idx="72">26.100000000000001</cx:pt>
          <cx:pt idx="73">26.300000000000001</cx:pt>
          <cx:pt idx="74">26.699999999999999</cx:pt>
          <cx:pt idx="75">28.699999999999999</cx:pt>
          <cx:pt idx="76">29</cx:pt>
          <cx:pt idx="77">29.100000000000001</cx:pt>
          <cx:pt idx="78">29.5</cx:pt>
          <cx:pt idx="79">30</cx:pt>
          <cx:pt idx="80">31.899999999999999</cx:pt>
          <cx:pt idx="81">32.5</cx:pt>
          <cx:pt idx="82">33.899999999999999</cx:pt>
          <cx:pt idx="83">34.299999999999997</cx:pt>
          <cx:pt idx="84">34.700000000000003</cx:pt>
          <cx:pt idx="85">35.200000000000003</cx:pt>
          <cx:pt idx="86">36.100000000000001</cx:pt>
          <cx:pt idx="87">37.700000000000003</cx:pt>
          <cx:pt idx="88">38</cx:pt>
          <cx:pt idx="89">40.100000000000001</cx:pt>
          <cx:pt idx="90">47.899999999999999</cx:pt>
          <cx:pt idx="91">61.899999999999999</cx:pt>
          <cx:pt idx="92">151</cx:pt>
        </cx:lvl>
      </cx:numDim>
    </cx:data>
  </cx:chartData>
  <cx:chart>
    <cx:title pos="t" align="ctr" overlay="0">
      <cx:tx>
        <cx:txData>
          <cx:v/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1400" b="0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Calibri" panose="020F0502020204030204"/>
          </a:endParaRPr>
        </a:p>
      </cx:txPr>
    </cx:title>
    <cx:plotArea>
      <cx:plotAreaRegion>
        <cx:series layoutId="boxWhisker" uniqueId="{6DDF0E53-6850-461C-A70D-803E03CB8631}" formatIdx="0">
          <cx:tx>
            <cx:txData>
              <cx:f>Sheet11!$A$1</cx:f>
              <cx:v>Mid_Price</cx:v>
            </cx:txData>
          </cx:tx>
          <cx:dataId val="0"/>
          <cx:layoutPr>
            <cx:visibility meanLine="1" meanMarker="0"/>
            <cx:statistics quartileMethod="exclusive"/>
          </cx:layoutPr>
        </cx:series>
      </cx:plotAreaRegion>
      <cx:axis id="0">
        <cx:catScaling gapWidth="1.5"/>
        <cx:tickLabels/>
      </cx:axis>
      <cx:axis id="1">
        <cx:valScaling/>
        <cx:majorGridlines/>
        <cx:tickLabels/>
      </cx:axis>
    </cx:plotArea>
    <cx:legend pos="b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900" b="0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Calibri" panose="020F0502020204030204"/>
          </a:endParaRPr>
        </a:p>
      </cx:txPr>
    </cx:legend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6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/>
  </cs:chartArea>
  <cs:dataLabel>
    <cs:lnRef idx="0"/>
    <cs:fillRef idx="0"/>
    <cs:effectRef idx="0"/>
    <cs:fontRef idx="minor">
      <a:schemeClr val="dk1"/>
    </cs:fontRef>
    <cs:defRPr sz="1197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75000"/>
            <a:lumOff val="2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  <a:lumOff val="10000"/>
              </a:schemeClr>
            </a:gs>
            <a:gs pos="0">
              <a:schemeClr val="lt1">
                <a:lumMod val="75000"/>
                <a:alpha val="36000"/>
                <a:lumOff val="10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chemeClr val="bg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/>
  </cs:title>
  <cs:trendline>
    <cs:lnRef idx="0"/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defRPr sz="1197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40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/>
  </cs:chartArea>
  <cs:dataLabel>
    <cs:lnRef idx="0"/>
    <cs:fillRef idx="0"/>
    <cs:effectRef idx="0"/>
    <cs:fontRef idx="minor">
      <a:schemeClr val="dk1"/>
    </cs:fontRef>
    <cs:defRPr sz="1197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75000"/>
            <a:lumOff val="2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  <a:lumOff val="10000"/>
              </a:schemeClr>
            </a:gs>
            <a:gs pos="0">
              <a:schemeClr val="lt1">
                <a:lumMod val="75000"/>
                <a:alpha val="36000"/>
                <a:lumOff val="10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chemeClr val="bg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/>
  </cs:title>
  <cs:trendline>
    <cs:lnRef idx="0"/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defRPr sz="1197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>
      <a:schemeClr val="accent2"/>
      <a:schemeClr val="accent3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355879-BB48-4FBC-B964-05D4C44D33D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2" csCatId="colorful" phldr="1"/>
      <dgm:spPr/>
      <dgm:t>
        <a:bodyPr/>
        <a:lstStyle/>
        <a:p>
          <a:endParaRPr lang="en-US"/>
        </a:p>
      </dgm:t>
    </dgm:pt>
    <dgm:pt modelId="{BD600F97-4334-45E0-9C91-01F78F04B9F6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Collected to analyze car models and their characteristics</a:t>
          </a:r>
          <a:endParaRPr lang="en-US"/>
        </a:p>
      </dgm:t>
    </dgm:pt>
    <dgm:pt modelId="{F76109D9-A360-44F2-AD0E-F32219B09E0D}" type="parTrans" cxnId="{91570591-841A-49DE-9CDF-338C36474B6D}">
      <dgm:prSet/>
      <dgm:spPr/>
      <dgm:t>
        <a:bodyPr/>
        <a:lstStyle/>
        <a:p>
          <a:endParaRPr lang="en-US"/>
        </a:p>
      </dgm:t>
    </dgm:pt>
    <dgm:pt modelId="{E6D93AFC-E316-4C81-B933-518507937A07}" type="sibTrans" cxnId="{91570591-841A-49DE-9CDF-338C36474B6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90EF978-CCDD-4071-9DE6-D2E9588A2A88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93 observations</a:t>
          </a:r>
          <a:endParaRPr lang="en-US"/>
        </a:p>
      </dgm:t>
    </dgm:pt>
    <dgm:pt modelId="{C2590B86-3CD0-462C-8357-D777CEFEF083}" type="parTrans" cxnId="{E83E999D-9193-4EEA-A90B-6ED51B898B4E}">
      <dgm:prSet/>
      <dgm:spPr/>
      <dgm:t>
        <a:bodyPr/>
        <a:lstStyle/>
        <a:p>
          <a:endParaRPr lang="en-US"/>
        </a:p>
      </dgm:t>
    </dgm:pt>
    <dgm:pt modelId="{A03BCEF7-08C9-4DA1-B835-E9068BDB1740}" type="sibTrans" cxnId="{E83E999D-9193-4EEA-A90B-6ED51B898B4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F1DEA4B-626A-4D01-AB8A-593DBF4C10B0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26 variables</a:t>
          </a:r>
          <a:endParaRPr lang="en-US"/>
        </a:p>
      </dgm:t>
    </dgm:pt>
    <dgm:pt modelId="{2D30A891-5634-4E26-8C27-4920A0BB1120}" type="parTrans" cxnId="{74B9961B-43B9-4028-878E-3D5B7ABB029F}">
      <dgm:prSet/>
      <dgm:spPr/>
      <dgm:t>
        <a:bodyPr/>
        <a:lstStyle/>
        <a:p>
          <a:endParaRPr lang="en-US"/>
        </a:p>
      </dgm:t>
    </dgm:pt>
    <dgm:pt modelId="{D3D03764-E06C-4FE5-B339-42F772A10D5C}" type="sibTrans" cxnId="{74B9961B-43B9-4028-878E-3D5B7ABB029F}">
      <dgm:prSet/>
      <dgm:spPr/>
      <dgm:t>
        <a:bodyPr/>
        <a:lstStyle/>
        <a:p>
          <a:endParaRPr lang="en-US"/>
        </a:p>
      </dgm:t>
    </dgm:pt>
    <dgm:pt modelId="{AA7C81A6-20C8-4637-BDC9-576F0C4875D3}" type="pres">
      <dgm:prSet presAssocID="{16355879-BB48-4FBC-B964-05D4C44D33D8}" presName="root" presStyleCnt="0">
        <dgm:presLayoutVars>
          <dgm:dir/>
          <dgm:resizeHandles val="exact"/>
        </dgm:presLayoutVars>
      </dgm:prSet>
      <dgm:spPr/>
    </dgm:pt>
    <dgm:pt modelId="{D89437AC-2844-4983-9BFC-5489AA39A0E3}" type="pres">
      <dgm:prSet presAssocID="{16355879-BB48-4FBC-B964-05D4C44D33D8}" presName="container" presStyleCnt="0">
        <dgm:presLayoutVars>
          <dgm:dir/>
          <dgm:resizeHandles val="exact"/>
        </dgm:presLayoutVars>
      </dgm:prSet>
      <dgm:spPr/>
    </dgm:pt>
    <dgm:pt modelId="{A1FC7695-E806-4EE4-8028-44F965CD4AF2}" type="pres">
      <dgm:prSet presAssocID="{BD600F97-4334-45E0-9C91-01F78F04B9F6}" presName="compNode" presStyleCnt="0"/>
      <dgm:spPr/>
    </dgm:pt>
    <dgm:pt modelId="{7EE5E420-FA57-468B-9DA6-5AAA682B3239}" type="pres">
      <dgm:prSet presAssocID="{BD600F97-4334-45E0-9C91-01F78F04B9F6}" presName="iconBgRect" presStyleLbl="bgShp" presStyleIdx="0" presStyleCnt="3"/>
      <dgm:spPr/>
    </dgm:pt>
    <dgm:pt modelId="{CCDEEEA0-63B3-458B-8761-AD66176F27A4}" type="pres">
      <dgm:prSet presAssocID="{BD600F97-4334-45E0-9C91-01F78F04B9F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EF8C024D-1626-4879-9511-CE278BE3B657}" type="pres">
      <dgm:prSet presAssocID="{BD600F97-4334-45E0-9C91-01F78F04B9F6}" presName="spaceRect" presStyleCnt="0"/>
      <dgm:spPr/>
    </dgm:pt>
    <dgm:pt modelId="{BCF15C1E-FD00-4319-9816-1BAA1AEC12B1}" type="pres">
      <dgm:prSet presAssocID="{BD600F97-4334-45E0-9C91-01F78F04B9F6}" presName="textRect" presStyleLbl="revTx" presStyleIdx="0" presStyleCnt="3">
        <dgm:presLayoutVars>
          <dgm:chMax val="1"/>
          <dgm:chPref val="1"/>
        </dgm:presLayoutVars>
      </dgm:prSet>
      <dgm:spPr/>
    </dgm:pt>
    <dgm:pt modelId="{BDAC564C-10D7-49C0-B176-BE436B4627E8}" type="pres">
      <dgm:prSet presAssocID="{E6D93AFC-E316-4C81-B933-518507937A07}" presName="sibTrans" presStyleLbl="sibTrans2D1" presStyleIdx="0" presStyleCnt="0"/>
      <dgm:spPr/>
    </dgm:pt>
    <dgm:pt modelId="{7858FCBF-73B0-4955-B3EA-BB35E98A14B5}" type="pres">
      <dgm:prSet presAssocID="{290EF978-CCDD-4071-9DE6-D2E9588A2A88}" presName="compNode" presStyleCnt="0"/>
      <dgm:spPr/>
    </dgm:pt>
    <dgm:pt modelId="{FB517159-9EC7-4AB5-B115-B52A2AD51291}" type="pres">
      <dgm:prSet presAssocID="{290EF978-CCDD-4071-9DE6-D2E9588A2A88}" presName="iconBgRect" presStyleLbl="bgShp" presStyleIdx="1" presStyleCnt="3"/>
      <dgm:spPr/>
    </dgm:pt>
    <dgm:pt modelId="{35D5395B-2D94-48E0-BA4B-9C92884CD509}" type="pres">
      <dgm:prSet presAssocID="{290EF978-CCDD-4071-9DE6-D2E9588A2A8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E5B1DA08-EEAC-4C11-BE31-4B9E95E9F86F}" type="pres">
      <dgm:prSet presAssocID="{290EF978-CCDD-4071-9DE6-D2E9588A2A88}" presName="spaceRect" presStyleCnt="0"/>
      <dgm:spPr/>
    </dgm:pt>
    <dgm:pt modelId="{65B69D27-6327-4B41-866F-1510F9C09FD7}" type="pres">
      <dgm:prSet presAssocID="{290EF978-CCDD-4071-9DE6-D2E9588A2A88}" presName="textRect" presStyleLbl="revTx" presStyleIdx="1" presStyleCnt="3">
        <dgm:presLayoutVars>
          <dgm:chMax val="1"/>
          <dgm:chPref val="1"/>
        </dgm:presLayoutVars>
      </dgm:prSet>
      <dgm:spPr/>
    </dgm:pt>
    <dgm:pt modelId="{03FE1643-F6E7-43A2-B10D-0E539CDAAA2E}" type="pres">
      <dgm:prSet presAssocID="{A03BCEF7-08C9-4DA1-B835-E9068BDB1740}" presName="sibTrans" presStyleLbl="sibTrans2D1" presStyleIdx="0" presStyleCnt="0"/>
      <dgm:spPr/>
    </dgm:pt>
    <dgm:pt modelId="{CA6A29EC-F9A6-4EC8-B75B-025A75103445}" type="pres">
      <dgm:prSet presAssocID="{EF1DEA4B-626A-4D01-AB8A-593DBF4C10B0}" presName="compNode" presStyleCnt="0"/>
      <dgm:spPr/>
    </dgm:pt>
    <dgm:pt modelId="{123A03E7-4865-46AA-8DB3-91361D0BB901}" type="pres">
      <dgm:prSet presAssocID="{EF1DEA4B-626A-4D01-AB8A-593DBF4C10B0}" presName="iconBgRect" presStyleLbl="bgShp" presStyleIdx="2" presStyleCnt="3"/>
      <dgm:spPr/>
    </dgm:pt>
    <dgm:pt modelId="{8166C0B8-1144-4163-A4A3-18AC3D9AA018}" type="pres">
      <dgm:prSet presAssocID="{EF1DEA4B-626A-4D01-AB8A-593DBF4C10B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0446C4A-30B8-4D65-BC3D-227AD6AC331F}" type="pres">
      <dgm:prSet presAssocID="{EF1DEA4B-626A-4D01-AB8A-593DBF4C10B0}" presName="spaceRect" presStyleCnt="0"/>
      <dgm:spPr/>
    </dgm:pt>
    <dgm:pt modelId="{78DB2FB1-C8CE-4531-B858-8583A73F42C5}" type="pres">
      <dgm:prSet presAssocID="{EF1DEA4B-626A-4D01-AB8A-593DBF4C10B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68D500C-E3C4-4B9E-A2B7-16F9B27090B3}" type="presOf" srcId="{BD600F97-4334-45E0-9C91-01F78F04B9F6}" destId="{BCF15C1E-FD00-4319-9816-1BAA1AEC12B1}" srcOrd="0" destOrd="0" presId="urn:microsoft.com/office/officeart/2018/2/layout/IconCircleList"/>
    <dgm:cxn modelId="{74B9961B-43B9-4028-878E-3D5B7ABB029F}" srcId="{16355879-BB48-4FBC-B964-05D4C44D33D8}" destId="{EF1DEA4B-626A-4D01-AB8A-593DBF4C10B0}" srcOrd="2" destOrd="0" parTransId="{2D30A891-5634-4E26-8C27-4920A0BB1120}" sibTransId="{D3D03764-E06C-4FE5-B339-42F772A10D5C}"/>
    <dgm:cxn modelId="{61B9D44C-398B-4CB5-A3BB-81985091673B}" type="presOf" srcId="{16355879-BB48-4FBC-B964-05D4C44D33D8}" destId="{AA7C81A6-20C8-4637-BDC9-576F0C4875D3}" srcOrd="0" destOrd="0" presId="urn:microsoft.com/office/officeart/2018/2/layout/IconCircleList"/>
    <dgm:cxn modelId="{0771E085-7729-4268-9E15-CD3B24416B0E}" type="presOf" srcId="{290EF978-CCDD-4071-9DE6-D2E9588A2A88}" destId="{65B69D27-6327-4B41-866F-1510F9C09FD7}" srcOrd="0" destOrd="0" presId="urn:microsoft.com/office/officeart/2018/2/layout/IconCircleList"/>
    <dgm:cxn modelId="{808F9A8E-1E1E-4D4F-BAFF-C6DDA33CF8E9}" type="presOf" srcId="{EF1DEA4B-626A-4D01-AB8A-593DBF4C10B0}" destId="{78DB2FB1-C8CE-4531-B858-8583A73F42C5}" srcOrd="0" destOrd="0" presId="urn:microsoft.com/office/officeart/2018/2/layout/IconCircleList"/>
    <dgm:cxn modelId="{91570591-841A-49DE-9CDF-338C36474B6D}" srcId="{16355879-BB48-4FBC-B964-05D4C44D33D8}" destId="{BD600F97-4334-45E0-9C91-01F78F04B9F6}" srcOrd="0" destOrd="0" parTransId="{F76109D9-A360-44F2-AD0E-F32219B09E0D}" sibTransId="{E6D93AFC-E316-4C81-B933-518507937A07}"/>
    <dgm:cxn modelId="{E83E999D-9193-4EEA-A90B-6ED51B898B4E}" srcId="{16355879-BB48-4FBC-B964-05D4C44D33D8}" destId="{290EF978-CCDD-4071-9DE6-D2E9588A2A88}" srcOrd="1" destOrd="0" parTransId="{C2590B86-3CD0-462C-8357-D777CEFEF083}" sibTransId="{A03BCEF7-08C9-4DA1-B835-E9068BDB1740}"/>
    <dgm:cxn modelId="{99BEB4D4-83A2-4789-A5AD-57F3A48307D6}" type="presOf" srcId="{E6D93AFC-E316-4C81-B933-518507937A07}" destId="{BDAC564C-10D7-49C0-B176-BE436B4627E8}" srcOrd="0" destOrd="0" presId="urn:microsoft.com/office/officeart/2018/2/layout/IconCircleList"/>
    <dgm:cxn modelId="{328B1ED5-D433-465C-8EF4-E77D22C75E23}" type="presOf" srcId="{A03BCEF7-08C9-4DA1-B835-E9068BDB1740}" destId="{03FE1643-F6E7-43A2-B10D-0E539CDAAA2E}" srcOrd="0" destOrd="0" presId="urn:microsoft.com/office/officeart/2018/2/layout/IconCircleList"/>
    <dgm:cxn modelId="{D8A09D40-EE17-4DCE-83DF-620A173DCC97}" type="presParOf" srcId="{AA7C81A6-20C8-4637-BDC9-576F0C4875D3}" destId="{D89437AC-2844-4983-9BFC-5489AA39A0E3}" srcOrd="0" destOrd="0" presId="urn:microsoft.com/office/officeart/2018/2/layout/IconCircleList"/>
    <dgm:cxn modelId="{38996DDD-FB86-407E-99B5-1F1354E3C510}" type="presParOf" srcId="{D89437AC-2844-4983-9BFC-5489AA39A0E3}" destId="{A1FC7695-E806-4EE4-8028-44F965CD4AF2}" srcOrd="0" destOrd="0" presId="urn:microsoft.com/office/officeart/2018/2/layout/IconCircleList"/>
    <dgm:cxn modelId="{4E47FECC-6B3C-4D83-9544-9974AF7875F4}" type="presParOf" srcId="{A1FC7695-E806-4EE4-8028-44F965CD4AF2}" destId="{7EE5E420-FA57-468B-9DA6-5AAA682B3239}" srcOrd="0" destOrd="0" presId="urn:microsoft.com/office/officeart/2018/2/layout/IconCircleList"/>
    <dgm:cxn modelId="{B4E70776-9834-49E3-9AD5-84CEAE09567F}" type="presParOf" srcId="{A1FC7695-E806-4EE4-8028-44F965CD4AF2}" destId="{CCDEEEA0-63B3-458B-8761-AD66176F27A4}" srcOrd="1" destOrd="0" presId="urn:microsoft.com/office/officeart/2018/2/layout/IconCircleList"/>
    <dgm:cxn modelId="{CE77D1E3-EC74-481A-B094-E8A0FF821CB1}" type="presParOf" srcId="{A1FC7695-E806-4EE4-8028-44F965CD4AF2}" destId="{EF8C024D-1626-4879-9511-CE278BE3B657}" srcOrd="2" destOrd="0" presId="urn:microsoft.com/office/officeart/2018/2/layout/IconCircleList"/>
    <dgm:cxn modelId="{EAB6397E-F90E-491D-9FA3-D10512A08C84}" type="presParOf" srcId="{A1FC7695-E806-4EE4-8028-44F965CD4AF2}" destId="{BCF15C1E-FD00-4319-9816-1BAA1AEC12B1}" srcOrd="3" destOrd="0" presId="urn:microsoft.com/office/officeart/2018/2/layout/IconCircleList"/>
    <dgm:cxn modelId="{D2230B9E-4073-4C54-8CC2-38199002F9F3}" type="presParOf" srcId="{D89437AC-2844-4983-9BFC-5489AA39A0E3}" destId="{BDAC564C-10D7-49C0-B176-BE436B4627E8}" srcOrd="1" destOrd="0" presId="urn:microsoft.com/office/officeart/2018/2/layout/IconCircleList"/>
    <dgm:cxn modelId="{3744CDFB-3F9D-4979-91F7-512954916CBC}" type="presParOf" srcId="{D89437AC-2844-4983-9BFC-5489AA39A0E3}" destId="{7858FCBF-73B0-4955-B3EA-BB35E98A14B5}" srcOrd="2" destOrd="0" presId="urn:microsoft.com/office/officeart/2018/2/layout/IconCircleList"/>
    <dgm:cxn modelId="{729FA3EF-BDBE-497C-A523-57C13BE9D38E}" type="presParOf" srcId="{7858FCBF-73B0-4955-B3EA-BB35E98A14B5}" destId="{FB517159-9EC7-4AB5-B115-B52A2AD51291}" srcOrd="0" destOrd="0" presId="urn:microsoft.com/office/officeart/2018/2/layout/IconCircleList"/>
    <dgm:cxn modelId="{8A32FA4C-B35F-4926-9DB9-A580673D427E}" type="presParOf" srcId="{7858FCBF-73B0-4955-B3EA-BB35E98A14B5}" destId="{35D5395B-2D94-48E0-BA4B-9C92884CD509}" srcOrd="1" destOrd="0" presId="urn:microsoft.com/office/officeart/2018/2/layout/IconCircleList"/>
    <dgm:cxn modelId="{3C717B9F-B86A-42DD-9B4E-5CC7133A976F}" type="presParOf" srcId="{7858FCBF-73B0-4955-B3EA-BB35E98A14B5}" destId="{E5B1DA08-EEAC-4C11-BE31-4B9E95E9F86F}" srcOrd="2" destOrd="0" presId="urn:microsoft.com/office/officeart/2018/2/layout/IconCircleList"/>
    <dgm:cxn modelId="{5FF5A976-ED71-4C2D-94CE-4FA5ED2BA955}" type="presParOf" srcId="{7858FCBF-73B0-4955-B3EA-BB35E98A14B5}" destId="{65B69D27-6327-4B41-866F-1510F9C09FD7}" srcOrd="3" destOrd="0" presId="urn:microsoft.com/office/officeart/2018/2/layout/IconCircleList"/>
    <dgm:cxn modelId="{1CCC1C04-5399-4585-B105-9995F7128EBC}" type="presParOf" srcId="{D89437AC-2844-4983-9BFC-5489AA39A0E3}" destId="{03FE1643-F6E7-43A2-B10D-0E539CDAAA2E}" srcOrd="3" destOrd="0" presId="urn:microsoft.com/office/officeart/2018/2/layout/IconCircleList"/>
    <dgm:cxn modelId="{2514CE52-14FB-49EC-88CF-66EEB5CBA846}" type="presParOf" srcId="{D89437AC-2844-4983-9BFC-5489AA39A0E3}" destId="{CA6A29EC-F9A6-4EC8-B75B-025A75103445}" srcOrd="4" destOrd="0" presId="urn:microsoft.com/office/officeart/2018/2/layout/IconCircleList"/>
    <dgm:cxn modelId="{E7658DA9-3234-46A0-BD42-74762E61D0CF}" type="presParOf" srcId="{CA6A29EC-F9A6-4EC8-B75B-025A75103445}" destId="{123A03E7-4865-46AA-8DB3-91361D0BB901}" srcOrd="0" destOrd="0" presId="urn:microsoft.com/office/officeart/2018/2/layout/IconCircleList"/>
    <dgm:cxn modelId="{09FEE4CD-8CF3-4FC8-A8AE-5C4A098C97CB}" type="presParOf" srcId="{CA6A29EC-F9A6-4EC8-B75B-025A75103445}" destId="{8166C0B8-1144-4163-A4A3-18AC3D9AA018}" srcOrd="1" destOrd="0" presId="urn:microsoft.com/office/officeart/2018/2/layout/IconCircleList"/>
    <dgm:cxn modelId="{1D634FDF-1C82-4ECD-8067-D4E4FCE6281E}" type="presParOf" srcId="{CA6A29EC-F9A6-4EC8-B75B-025A75103445}" destId="{D0446C4A-30B8-4D65-BC3D-227AD6AC331F}" srcOrd="2" destOrd="0" presId="urn:microsoft.com/office/officeart/2018/2/layout/IconCircleList"/>
    <dgm:cxn modelId="{A7EE0EDE-36A9-4A47-9BB0-1C8E90597E02}" type="presParOf" srcId="{CA6A29EC-F9A6-4EC8-B75B-025A75103445}" destId="{78DB2FB1-C8CE-4531-B858-8583A73F42C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E6C3EA-2F1E-4E78-925D-7B8D508926A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D1C0C64-194D-494A-B944-D5043C235B29}">
      <dgm:prSet/>
      <dgm:spPr/>
      <dgm:t>
        <a:bodyPr/>
        <a:lstStyle/>
        <a:p>
          <a:r>
            <a:rPr lang="en-CA" i="1"/>
            <a:t>Manufacturer</a:t>
          </a:r>
          <a:endParaRPr lang="en-US"/>
        </a:p>
      </dgm:t>
    </dgm:pt>
    <dgm:pt modelId="{8AF0EFEB-A9F6-4BB6-BAC6-BFE8DBCA8C4E}" type="parTrans" cxnId="{808ED403-3638-4C53-8216-A69E00E35A66}">
      <dgm:prSet/>
      <dgm:spPr/>
      <dgm:t>
        <a:bodyPr/>
        <a:lstStyle/>
        <a:p>
          <a:endParaRPr lang="en-US"/>
        </a:p>
      </dgm:t>
    </dgm:pt>
    <dgm:pt modelId="{969A41E6-D6B4-4A92-AAEA-261B703288D7}" type="sibTrans" cxnId="{808ED403-3638-4C53-8216-A69E00E35A66}">
      <dgm:prSet/>
      <dgm:spPr/>
      <dgm:t>
        <a:bodyPr/>
        <a:lstStyle/>
        <a:p>
          <a:endParaRPr lang="en-US"/>
        </a:p>
      </dgm:t>
    </dgm:pt>
    <dgm:pt modelId="{D590D9CC-429D-471F-B858-2A5EF5073B1D}">
      <dgm:prSet/>
      <dgm:spPr/>
      <dgm:t>
        <a:bodyPr/>
        <a:lstStyle/>
        <a:p>
          <a:r>
            <a:rPr lang="en-CA" i="1"/>
            <a:t>Model</a:t>
          </a:r>
          <a:endParaRPr lang="en-US"/>
        </a:p>
      </dgm:t>
    </dgm:pt>
    <dgm:pt modelId="{1A5CC27C-E208-42FA-B45D-78ED6EE1E628}" type="parTrans" cxnId="{5A0B677C-20D3-48BB-9793-B142E053436B}">
      <dgm:prSet/>
      <dgm:spPr/>
      <dgm:t>
        <a:bodyPr/>
        <a:lstStyle/>
        <a:p>
          <a:endParaRPr lang="en-US"/>
        </a:p>
      </dgm:t>
    </dgm:pt>
    <dgm:pt modelId="{CC3C350F-E788-4A6D-AB57-BDDC440F4010}" type="sibTrans" cxnId="{5A0B677C-20D3-48BB-9793-B142E053436B}">
      <dgm:prSet/>
      <dgm:spPr/>
      <dgm:t>
        <a:bodyPr/>
        <a:lstStyle/>
        <a:p>
          <a:endParaRPr lang="en-US"/>
        </a:p>
      </dgm:t>
    </dgm:pt>
    <dgm:pt modelId="{3B3B0106-A3DE-4F6E-BD04-1634460A914D}">
      <dgm:prSet/>
      <dgm:spPr/>
      <dgm:t>
        <a:bodyPr/>
        <a:lstStyle/>
        <a:p>
          <a:r>
            <a:rPr lang="en-CA" i="1"/>
            <a:t>Category</a:t>
          </a:r>
          <a:endParaRPr lang="en-US"/>
        </a:p>
      </dgm:t>
    </dgm:pt>
    <dgm:pt modelId="{3F48FA63-2CAB-4E8E-9267-8A59E02B5EAC}" type="parTrans" cxnId="{252B6B76-A828-4605-9A61-24F87A71A142}">
      <dgm:prSet/>
      <dgm:spPr/>
      <dgm:t>
        <a:bodyPr/>
        <a:lstStyle/>
        <a:p>
          <a:endParaRPr lang="en-US"/>
        </a:p>
      </dgm:t>
    </dgm:pt>
    <dgm:pt modelId="{E87413F1-A9D5-4F67-8D4C-18E7B9757859}" type="sibTrans" cxnId="{252B6B76-A828-4605-9A61-24F87A71A142}">
      <dgm:prSet/>
      <dgm:spPr/>
      <dgm:t>
        <a:bodyPr/>
        <a:lstStyle/>
        <a:p>
          <a:endParaRPr lang="en-US"/>
        </a:p>
      </dgm:t>
    </dgm:pt>
    <dgm:pt modelId="{BEBCF818-8DCF-4EB3-8AFC-E8D6276F96E1}">
      <dgm:prSet/>
      <dgm:spPr/>
      <dgm:t>
        <a:bodyPr/>
        <a:lstStyle/>
        <a:p>
          <a:r>
            <a:rPr lang="en-CA" i="1"/>
            <a:t>Air Bags</a:t>
          </a:r>
          <a:endParaRPr lang="en-US"/>
        </a:p>
      </dgm:t>
    </dgm:pt>
    <dgm:pt modelId="{AE424074-ED04-4233-9EFB-0B919D43FFE9}" type="parTrans" cxnId="{4110FBAE-68DA-4445-A1D4-12ACA5CDB4A3}">
      <dgm:prSet/>
      <dgm:spPr/>
      <dgm:t>
        <a:bodyPr/>
        <a:lstStyle/>
        <a:p>
          <a:endParaRPr lang="en-US"/>
        </a:p>
      </dgm:t>
    </dgm:pt>
    <dgm:pt modelId="{6AA95F62-ECDD-4A96-9F95-166C3E362215}" type="sibTrans" cxnId="{4110FBAE-68DA-4445-A1D4-12ACA5CDB4A3}">
      <dgm:prSet/>
      <dgm:spPr/>
      <dgm:t>
        <a:bodyPr/>
        <a:lstStyle/>
        <a:p>
          <a:endParaRPr lang="en-US"/>
        </a:p>
      </dgm:t>
    </dgm:pt>
    <dgm:pt modelId="{9C5F60BF-ED25-4EFF-9390-A56E39D4248D}">
      <dgm:prSet/>
      <dgm:spPr/>
      <dgm:t>
        <a:bodyPr/>
        <a:lstStyle/>
        <a:p>
          <a:r>
            <a:rPr lang="en-CA" i="1"/>
            <a:t>Drive_Train</a:t>
          </a:r>
          <a:endParaRPr lang="en-US"/>
        </a:p>
      </dgm:t>
    </dgm:pt>
    <dgm:pt modelId="{926C1C82-6BE8-46CC-BAB3-ED08A47AE3A3}" type="parTrans" cxnId="{C696AFA4-CA30-4680-BEE5-04C9B127D2D2}">
      <dgm:prSet/>
      <dgm:spPr/>
      <dgm:t>
        <a:bodyPr/>
        <a:lstStyle/>
        <a:p>
          <a:endParaRPr lang="en-US"/>
        </a:p>
      </dgm:t>
    </dgm:pt>
    <dgm:pt modelId="{FFAEF074-0BCA-4DDF-9818-CE9FD097F924}" type="sibTrans" cxnId="{C696AFA4-CA30-4680-BEE5-04C9B127D2D2}">
      <dgm:prSet/>
      <dgm:spPr/>
      <dgm:t>
        <a:bodyPr/>
        <a:lstStyle/>
        <a:p>
          <a:endParaRPr lang="en-US"/>
        </a:p>
      </dgm:t>
    </dgm:pt>
    <dgm:pt modelId="{8E4B7A0A-590C-4315-A0DE-C397F524707E}">
      <dgm:prSet/>
      <dgm:spPr/>
      <dgm:t>
        <a:bodyPr/>
        <a:lstStyle/>
        <a:p>
          <a:r>
            <a:rPr lang="en-CA" i="1"/>
            <a:t>Domestic</a:t>
          </a:r>
          <a:endParaRPr lang="en-US"/>
        </a:p>
      </dgm:t>
    </dgm:pt>
    <dgm:pt modelId="{1BB715C9-0FF0-4044-BAB3-EE8205ED2309}" type="parTrans" cxnId="{66F9923C-B67C-4CA7-A97B-F5365A4B4A32}">
      <dgm:prSet/>
      <dgm:spPr/>
      <dgm:t>
        <a:bodyPr/>
        <a:lstStyle/>
        <a:p>
          <a:endParaRPr lang="en-US"/>
        </a:p>
      </dgm:t>
    </dgm:pt>
    <dgm:pt modelId="{CB19FB75-B093-4CE3-8A27-46928DBB09C0}" type="sibTrans" cxnId="{66F9923C-B67C-4CA7-A97B-F5365A4B4A32}">
      <dgm:prSet/>
      <dgm:spPr/>
      <dgm:t>
        <a:bodyPr/>
        <a:lstStyle/>
        <a:p>
          <a:endParaRPr lang="en-US"/>
        </a:p>
      </dgm:t>
    </dgm:pt>
    <dgm:pt modelId="{EA54F1D0-0A3C-4A53-AF0E-582DEFD1A870}">
      <dgm:prSet/>
      <dgm:spPr/>
      <dgm:t>
        <a:bodyPr/>
        <a:lstStyle/>
        <a:p>
          <a:r>
            <a:rPr lang="en-CA" i="1"/>
            <a:t>Manual</a:t>
          </a:r>
          <a:endParaRPr lang="en-US"/>
        </a:p>
      </dgm:t>
    </dgm:pt>
    <dgm:pt modelId="{A0B8D571-7D1E-4FC5-ABCD-04ABE4AC8BA4}" type="parTrans" cxnId="{9CF98E83-80A9-48EA-BA62-CE5AFAD8B92E}">
      <dgm:prSet/>
      <dgm:spPr/>
      <dgm:t>
        <a:bodyPr/>
        <a:lstStyle/>
        <a:p>
          <a:endParaRPr lang="en-US"/>
        </a:p>
      </dgm:t>
    </dgm:pt>
    <dgm:pt modelId="{F5E17949-ED64-4DED-9192-37CE0E355B09}" type="sibTrans" cxnId="{9CF98E83-80A9-48EA-BA62-CE5AFAD8B92E}">
      <dgm:prSet/>
      <dgm:spPr/>
      <dgm:t>
        <a:bodyPr/>
        <a:lstStyle/>
        <a:p>
          <a:endParaRPr lang="en-US"/>
        </a:p>
      </dgm:t>
    </dgm:pt>
    <dgm:pt modelId="{71C9926D-ED20-4377-BA86-EC83836D5D6F}" type="pres">
      <dgm:prSet presAssocID="{CEE6C3EA-2F1E-4E78-925D-7B8D508926A5}" presName="root" presStyleCnt="0">
        <dgm:presLayoutVars>
          <dgm:dir/>
          <dgm:resizeHandles val="exact"/>
        </dgm:presLayoutVars>
      </dgm:prSet>
      <dgm:spPr/>
    </dgm:pt>
    <dgm:pt modelId="{9CC13A76-4868-4BB3-A0BF-112AEF2B4B4E}" type="pres">
      <dgm:prSet presAssocID="{8D1C0C64-194D-494A-B944-D5043C235B29}" presName="compNode" presStyleCnt="0"/>
      <dgm:spPr/>
    </dgm:pt>
    <dgm:pt modelId="{9C2DCD14-D135-4E25-9359-88EF34E69600}" type="pres">
      <dgm:prSet presAssocID="{8D1C0C64-194D-494A-B944-D5043C235B29}" presName="bgRect" presStyleLbl="bgShp" presStyleIdx="0" presStyleCnt="7"/>
      <dgm:spPr/>
    </dgm:pt>
    <dgm:pt modelId="{B0468D8B-9E85-4AF6-9E5A-FE4577A51271}" type="pres">
      <dgm:prSet presAssocID="{8D1C0C64-194D-494A-B944-D5043C235B29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D6FC650E-E484-4B54-8BDF-7B25CA771FF4}" type="pres">
      <dgm:prSet presAssocID="{8D1C0C64-194D-494A-B944-D5043C235B29}" presName="spaceRect" presStyleCnt="0"/>
      <dgm:spPr/>
    </dgm:pt>
    <dgm:pt modelId="{1AF15E25-A128-43F0-A10C-0F0DF7B4018C}" type="pres">
      <dgm:prSet presAssocID="{8D1C0C64-194D-494A-B944-D5043C235B29}" presName="parTx" presStyleLbl="revTx" presStyleIdx="0" presStyleCnt="7">
        <dgm:presLayoutVars>
          <dgm:chMax val="0"/>
          <dgm:chPref val="0"/>
        </dgm:presLayoutVars>
      </dgm:prSet>
      <dgm:spPr/>
    </dgm:pt>
    <dgm:pt modelId="{0333D68F-B8A1-4418-B583-78242CF0104C}" type="pres">
      <dgm:prSet presAssocID="{969A41E6-D6B4-4A92-AAEA-261B703288D7}" presName="sibTrans" presStyleCnt="0"/>
      <dgm:spPr/>
    </dgm:pt>
    <dgm:pt modelId="{D2C146CB-84B0-44DE-B18C-63B998F1FE84}" type="pres">
      <dgm:prSet presAssocID="{D590D9CC-429D-471F-B858-2A5EF5073B1D}" presName="compNode" presStyleCnt="0"/>
      <dgm:spPr/>
    </dgm:pt>
    <dgm:pt modelId="{10041975-1A89-4718-9E73-5F5012B07A94}" type="pres">
      <dgm:prSet presAssocID="{D590D9CC-429D-471F-B858-2A5EF5073B1D}" presName="bgRect" presStyleLbl="bgShp" presStyleIdx="1" presStyleCnt="7"/>
      <dgm:spPr/>
    </dgm:pt>
    <dgm:pt modelId="{12029E2B-E8E2-4A60-A727-E93FDD5E5F1E}" type="pres">
      <dgm:prSet presAssocID="{D590D9CC-429D-471F-B858-2A5EF5073B1D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C41FFDD-0C96-4452-8910-AB41E496D778}" type="pres">
      <dgm:prSet presAssocID="{D590D9CC-429D-471F-B858-2A5EF5073B1D}" presName="spaceRect" presStyleCnt="0"/>
      <dgm:spPr/>
    </dgm:pt>
    <dgm:pt modelId="{B479C4BA-5BB5-43F2-B5DA-5B6ABF2124B3}" type="pres">
      <dgm:prSet presAssocID="{D590D9CC-429D-471F-B858-2A5EF5073B1D}" presName="parTx" presStyleLbl="revTx" presStyleIdx="1" presStyleCnt="7">
        <dgm:presLayoutVars>
          <dgm:chMax val="0"/>
          <dgm:chPref val="0"/>
        </dgm:presLayoutVars>
      </dgm:prSet>
      <dgm:spPr/>
    </dgm:pt>
    <dgm:pt modelId="{60E5109C-70D8-4A3D-A81F-56362C886AE4}" type="pres">
      <dgm:prSet presAssocID="{CC3C350F-E788-4A6D-AB57-BDDC440F4010}" presName="sibTrans" presStyleCnt="0"/>
      <dgm:spPr/>
    </dgm:pt>
    <dgm:pt modelId="{696603E4-855D-439A-A04E-CD4B02B1CF77}" type="pres">
      <dgm:prSet presAssocID="{3B3B0106-A3DE-4F6E-BD04-1634460A914D}" presName="compNode" presStyleCnt="0"/>
      <dgm:spPr/>
    </dgm:pt>
    <dgm:pt modelId="{FEE46DD2-0C90-4AE0-8AB8-640CC4B587AF}" type="pres">
      <dgm:prSet presAssocID="{3B3B0106-A3DE-4F6E-BD04-1634460A914D}" presName="bgRect" presStyleLbl="bgShp" presStyleIdx="2" presStyleCnt="7"/>
      <dgm:spPr/>
    </dgm:pt>
    <dgm:pt modelId="{9258B95F-2026-43B2-A862-125CD4FF74CB}" type="pres">
      <dgm:prSet presAssocID="{3B3B0106-A3DE-4F6E-BD04-1634460A914D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568B25E-2092-4F6D-B9DA-C11A2BC74F88}" type="pres">
      <dgm:prSet presAssocID="{3B3B0106-A3DE-4F6E-BD04-1634460A914D}" presName="spaceRect" presStyleCnt="0"/>
      <dgm:spPr/>
    </dgm:pt>
    <dgm:pt modelId="{71DF0EA3-5B82-4BBF-BDAA-8FD9617D8C04}" type="pres">
      <dgm:prSet presAssocID="{3B3B0106-A3DE-4F6E-BD04-1634460A914D}" presName="parTx" presStyleLbl="revTx" presStyleIdx="2" presStyleCnt="7">
        <dgm:presLayoutVars>
          <dgm:chMax val="0"/>
          <dgm:chPref val="0"/>
        </dgm:presLayoutVars>
      </dgm:prSet>
      <dgm:spPr/>
    </dgm:pt>
    <dgm:pt modelId="{DE4D8378-580C-4DC9-A8EF-F588901C17F9}" type="pres">
      <dgm:prSet presAssocID="{E87413F1-A9D5-4F67-8D4C-18E7B9757859}" presName="sibTrans" presStyleCnt="0"/>
      <dgm:spPr/>
    </dgm:pt>
    <dgm:pt modelId="{1EBFA318-6895-4AA4-99AC-0E886FCC3041}" type="pres">
      <dgm:prSet presAssocID="{BEBCF818-8DCF-4EB3-8AFC-E8D6276F96E1}" presName="compNode" presStyleCnt="0"/>
      <dgm:spPr/>
    </dgm:pt>
    <dgm:pt modelId="{7F81CA1A-53DC-4EFD-8F12-AA3FF86899B4}" type="pres">
      <dgm:prSet presAssocID="{BEBCF818-8DCF-4EB3-8AFC-E8D6276F96E1}" presName="bgRect" presStyleLbl="bgShp" presStyleIdx="3" presStyleCnt="7"/>
      <dgm:spPr/>
    </dgm:pt>
    <dgm:pt modelId="{8DA036E9-E7DA-4977-AF1C-373B7E52ED58}" type="pres">
      <dgm:prSet presAssocID="{BEBCF818-8DCF-4EB3-8AFC-E8D6276F96E1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bag"/>
        </a:ext>
      </dgm:extLst>
    </dgm:pt>
    <dgm:pt modelId="{5154FD47-BBAC-44EB-9923-EAF64FB182D3}" type="pres">
      <dgm:prSet presAssocID="{BEBCF818-8DCF-4EB3-8AFC-E8D6276F96E1}" presName="spaceRect" presStyleCnt="0"/>
      <dgm:spPr/>
    </dgm:pt>
    <dgm:pt modelId="{E6FBC06D-5F5D-4116-BA27-CAC362ABFC5D}" type="pres">
      <dgm:prSet presAssocID="{BEBCF818-8DCF-4EB3-8AFC-E8D6276F96E1}" presName="parTx" presStyleLbl="revTx" presStyleIdx="3" presStyleCnt="7">
        <dgm:presLayoutVars>
          <dgm:chMax val="0"/>
          <dgm:chPref val="0"/>
        </dgm:presLayoutVars>
      </dgm:prSet>
      <dgm:spPr/>
    </dgm:pt>
    <dgm:pt modelId="{93EEFBC1-5D6F-4E15-A71A-EA1AD46E0D0D}" type="pres">
      <dgm:prSet presAssocID="{6AA95F62-ECDD-4A96-9F95-166C3E362215}" presName="sibTrans" presStyleCnt="0"/>
      <dgm:spPr/>
    </dgm:pt>
    <dgm:pt modelId="{56BFE3DB-6D60-439B-A56D-BA5A97B0587B}" type="pres">
      <dgm:prSet presAssocID="{9C5F60BF-ED25-4EFF-9390-A56E39D4248D}" presName="compNode" presStyleCnt="0"/>
      <dgm:spPr/>
    </dgm:pt>
    <dgm:pt modelId="{AEC632A5-2A96-42CA-91E8-58117A7E7111}" type="pres">
      <dgm:prSet presAssocID="{9C5F60BF-ED25-4EFF-9390-A56E39D4248D}" presName="bgRect" presStyleLbl="bgShp" presStyleIdx="4" presStyleCnt="7"/>
      <dgm:spPr/>
    </dgm:pt>
    <dgm:pt modelId="{798250BC-8E01-4E97-95D3-103726049224}" type="pres">
      <dgm:prSet presAssocID="{9C5F60BF-ED25-4EFF-9390-A56E39D4248D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etcar"/>
        </a:ext>
      </dgm:extLst>
    </dgm:pt>
    <dgm:pt modelId="{5858664E-2D57-432D-9DA6-D8DB27C9E7E4}" type="pres">
      <dgm:prSet presAssocID="{9C5F60BF-ED25-4EFF-9390-A56E39D4248D}" presName="spaceRect" presStyleCnt="0"/>
      <dgm:spPr/>
    </dgm:pt>
    <dgm:pt modelId="{12CD4C2A-DBA2-4477-9761-F7ABF25E82B8}" type="pres">
      <dgm:prSet presAssocID="{9C5F60BF-ED25-4EFF-9390-A56E39D4248D}" presName="parTx" presStyleLbl="revTx" presStyleIdx="4" presStyleCnt="7">
        <dgm:presLayoutVars>
          <dgm:chMax val="0"/>
          <dgm:chPref val="0"/>
        </dgm:presLayoutVars>
      </dgm:prSet>
      <dgm:spPr/>
    </dgm:pt>
    <dgm:pt modelId="{4117DB2F-628A-44B8-BD24-E631C83BFE25}" type="pres">
      <dgm:prSet presAssocID="{FFAEF074-0BCA-4DDF-9818-CE9FD097F924}" presName="sibTrans" presStyleCnt="0"/>
      <dgm:spPr/>
    </dgm:pt>
    <dgm:pt modelId="{E8D9117E-BDC4-4529-A621-EF312F1C0221}" type="pres">
      <dgm:prSet presAssocID="{8E4B7A0A-590C-4315-A0DE-C397F524707E}" presName="compNode" presStyleCnt="0"/>
      <dgm:spPr/>
    </dgm:pt>
    <dgm:pt modelId="{AFD52FC5-FB19-47AF-AEF4-AC81FA16AE68}" type="pres">
      <dgm:prSet presAssocID="{8E4B7A0A-590C-4315-A0DE-C397F524707E}" presName="bgRect" presStyleLbl="bgShp" presStyleIdx="5" presStyleCnt="7"/>
      <dgm:spPr/>
    </dgm:pt>
    <dgm:pt modelId="{BA5303D2-7B3A-4CBB-8F81-F8162638934E}" type="pres">
      <dgm:prSet presAssocID="{8E4B7A0A-590C-4315-A0DE-C397F524707E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DA5DC2CE-5AEF-46CB-9C8F-6ED5008689D8}" type="pres">
      <dgm:prSet presAssocID="{8E4B7A0A-590C-4315-A0DE-C397F524707E}" presName="spaceRect" presStyleCnt="0"/>
      <dgm:spPr/>
    </dgm:pt>
    <dgm:pt modelId="{DDC5E790-88F1-476B-A25E-E3CF858EB9B7}" type="pres">
      <dgm:prSet presAssocID="{8E4B7A0A-590C-4315-A0DE-C397F524707E}" presName="parTx" presStyleLbl="revTx" presStyleIdx="5" presStyleCnt="7">
        <dgm:presLayoutVars>
          <dgm:chMax val="0"/>
          <dgm:chPref val="0"/>
        </dgm:presLayoutVars>
      </dgm:prSet>
      <dgm:spPr/>
    </dgm:pt>
    <dgm:pt modelId="{209E7019-F15F-4BAB-9048-CEDA3D386019}" type="pres">
      <dgm:prSet presAssocID="{CB19FB75-B093-4CE3-8A27-46928DBB09C0}" presName="sibTrans" presStyleCnt="0"/>
      <dgm:spPr/>
    </dgm:pt>
    <dgm:pt modelId="{ADC241D6-A0B7-4591-A041-D2776C430226}" type="pres">
      <dgm:prSet presAssocID="{EA54F1D0-0A3C-4A53-AF0E-582DEFD1A870}" presName="compNode" presStyleCnt="0"/>
      <dgm:spPr/>
    </dgm:pt>
    <dgm:pt modelId="{A7EAF625-CE4A-4B67-89C3-6D9207A06060}" type="pres">
      <dgm:prSet presAssocID="{EA54F1D0-0A3C-4A53-AF0E-582DEFD1A870}" presName="bgRect" presStyleLbl="bgShp" presStyleIdx="6" presStyleCnt="7"/>
      <dgm:spPr/>
    </dgm:pt>
    <dgm:pt modelId="{F491F5E8-B2CF-4FBA-8ADB-A200CD00D83D}" type="pres">
      <dgm:prSet presAssocID="{EA54F1D0-0A3C-4A53-AF0E-582DEFD1A870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57987702-6AAF-4245-974A-CBA19D87807B}" type="pres">
      <dgm:prSet presAssocID="{EA54F1D0-0A3C-4A53-AF0E-582DEFD1A870}" presName="spaceRect" presStyleCnt="0"/>
      <dgm:spPr/>
    </dgm:pt>
    <dgm:pt modelId="{38B2857D-054E-44E8-AEDF-53D7DB0D7AC6}" type="pres">
      <dgm:prSet presAssocID="{EA54F1D0-0A3C-4A53-AF0E-582DEFD1A870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08ED403-3638-4C53-8216-A69E00E35A66}" srcId="{CEE6C3EA-2F1E-4E78-925D-7B8D508926A5}" destId="{8D1C0C64-194D-494A-B944-D5043C235B29}" srcOrd="0" destOrd="0" parTransId="{8AF0EFEB-A9F6-4BB6-BAC6-BFE8DBCA8C4E}" sibTransId="{969A41E6-D6B4-4A92-AAEA-261B703288D7}"/>
    <dgm:cxn modelId="{410A7519-3577-4CB4-A689-BF88D79801AC}" type="presOf" srcId="{8D1C0C64-194D-494A-B944-D5043C235B29}" destId="{1AF15E25-A128-43F0-A10C-0F0DF7B4018C}" srcOrd="0" destOrd="0" presId="urn:microsoft.com/office/officeart/2018/2/layout/IconVerticalSolidList"/>
    <dgm:cxn modelId="{66F9923C-B67C-4CA7-A97B-F5365A4B4A32}" srcId="{CEE6C3EA-2F1E-4E78-925D-7B8D508926A5}" destId="{8E4B7A0A-590C-4315-A0DE-C397F524707E}" srcOrd="5" destOrd="0" parTransId="{1BB715C9-0FF0-4044-BAB3-EE8205ED2309}" sibTransId="{CB19FB75-B093-4CE3-8A27-46928DBB09C0}"/>
    <dgm:cxn modelId="{4709DD3C-CC52-4D8B-8F0A-FF605920FCFD}" type="presOf" srcId="{BEBCF818-8DCF-4EB3-8AFC-E8D6276F96E1}" destId="{E6FBC06D-5F5D-4116-BA27-CAC362ABFC5D}" srcOrd="0" destOrd="0" presId="urn:microsoft.com/office/officeart/2018/2/layout/IconVerticalSolidList"/>
    <dgm:cxn modelId="{3F3A4266-AC51-4FCE-A7BA-753561B2D5D0}" type="presOf" srcId="{D590D9CC-429D-471F-B858-2A5EF5073B1D}" destId="{B479C4BA-5BB5-43F2-B5DA-5B6ABF2124B3}" srcOrd="0" destOrd="0" presId="urn:microsoft.com/office/officeart/2018/2/layout/IconVerticalSolidList"/>
    <dgm:cxn modelId="{7E33956D-08DD-407C-AE3B-653DD85E1CFD}" type="presOf" srcId="{CEE6C3EA-2F1E-4E78-925D-7B8D508926A5}" destId="{71C9926D-ED20-4377-BA86-EC83836D5D6F}" srcOrd="0" destOrd="0" presId="urn:microsoft.com/office/officeart/2018/2/layout/IconVerticalSolidList"/>
    <dgm:cxn modelId="{252B6B76-A828-4605-9A61-24F87A71A142}" srcId="{CEE6C3EA-2F1E-4E78-925D-7B8D508926A5}" destId="{3B3B0106-A3DE-4F6E-BD04-1634460A914D}" srcOrd="2" destOrd="0" parTransId="{3F48FA63-2CAB-4E8E-9267-8A59E02B5EAC}" sibTransId="{E87413F1-A9D5-4F67-8D4C-18E7B9757859}"/>
    <dgm:cxn modelId="{5A0B677C-20D3-48BB-9793-B142E053436B}" srcId="{CEE6C3EA-2F1E-4E78-925D-7B8D508926A5}" destId="{D590D9CC-429D-471F-B858-2A5EF5073B1D}" srcOrd="1" destOrd="0" parTransId="{1A5CC27C-E208-42FA-B45D-78ED6EE1E628}" sibTransId="{CC3C350F-E788-4A6D-AB57-BDDC440F4010}"/>
    <dgm:cxn modelId="{9CF98E83-80A9-48EA-BA62-CE5AFAD8B92E}" srcId="{CEE6C3EA-2F1E-4E78-925D-7B8D508926A5}" destId="{EA54F1D0-0A3C-4A53-AF0E-582DEFD1A870}" srcOrd="6" destOrd="0" parTransId="{A0B8D571-7D1E-4FC5-ABCD-04ABE4AC8BA4}" sibTransId="{F5E17949-ED64-4DED-9192-37CE0E355B09}"/>
    <dgm:cxn modelId="{92DA4489-4D99-467A-8EC4-6357DD8DEB93}" type="presOf" srcId="{EA54F1D0-0A3C-4A53-AF0E-582DEFD1A870}" destId="{38B2857D-054E-44E8-AEDF-53D7DB0D7AC6}" srcOrd="0" destOrd="0" presId="urn:microsoft.com/office/officeart/2018/2/layout/IconVerticalSolidList"/>
    <dgm:cxn modelId="{BEC2568F-955F-40C8-920C-F4C340FD4099}" type="presOf" srcId="{8E4B7A0A-590C-4315-A0DE-C397F524707E}" destId="{DDC5E790-88F1-476B-A25E-E3CF858EB9B7}" srcOrd="0" destOrd="0" presId="urn:microsoft.com/office/officeart/2018/2/layout/IconVerticalSolidList"/>
    <dgm:cxn modelId="{C696AFA4-CA30-4680-BEE5-04C9B127D2D2}" srcId="{CEE6C3EA-2F1E-4E78-925D-7B8D508926A5}" destId="{9C5F60BF-ED25-4EFF-9390-A56E39D4248D}" srcOrd="4" destOrd="0" parTransId="{926C1C82-6BE8-46CC-BAB3-ED08A47AE3A3}" sibTransId="{FFAEF074-0BCA-4DDF-9818-CE9FD097F924}"/>
    <dgm:cxn modelId="{4110FBAE-68DA-4445-A1D4-12ACA5CDB4A3}" srcId="{CEE6C3EA-2F1E-4E78-925D-7B8D508926A5}" destId="{BEBCF818-8DCF-4EB3-8AFC-E8D6276F96E1}" srcOrd="3" destOrd="0" parTransId="{AE424074-ED04-4233-9EFB-0B919D43FFE9}" sibTransId="{6AA95F62-ECDD-4A96-9F95-166C3E362215}"/>
    <dgm:cxn modelId="{7AE4B4CB-645C-4E53-9CCF-4DCFA3B896A2}" type="presOf" srcId="{9C5F60BF-ED25-4EFF-9390-A56E39D4248D}" destId="{12CD4C2A-DBA2-4477-9761-F7ABF25E82B8}" srcOrd="0" destOrd="0" presId="urn:microsoft.com/office/officeart/2018/2/layout/IconVerticalSolidList"/>
    <dgm:cxn modelId="{E15E9BD2-1F46-4572-B4FD-FF5AB7348B92}" type="presOf" srcId="{3B3B0106-A3DE-4F6E-BD04-1634460A914D}" destId="{71DF0EA3-5B82-4BBF-BDAA-8FD9617D8C04}" srcOrd="0" destOrd="0" presId="urn:microsoft.com/office/officeart/2018/2/layout/IconVerticalSolidList"/>
    <dgm:cxn modelId="{F2682BEF-AA60-4AEF-BA21-12153D7FC395}" type="presParOf" srcId="{71C9926D-ED20-4377-BA86-EC83836D5D6F}" destId="{9CC13A76-4868-4BB3-A0BF-112AEF2B4B4E}" srcOrd="0" destOrd="0" presId="urn:microsoft.com/office/officeart/2018/2/layout/IconVerticalSolidList"/>
    <dgm:cxn modelId="{09B7A919-CCF5-4001-BB1D-0125508DFB3F}" type="presParOf" srcId="{9CC13A76-4868-4BB3-A0BF-112AEF2B4B4E}" destId="{9C2DCD14-D135-4E25-9359-88EF34E69600}" srcOrd="0" destOrd="0" presId="urn:microsoft.com/office/officeart/2018/2/layout/IconVerticalSolidList"/>
    <dgm:cxn modelId="{10F93EB8-115D-49F0-9F0D-722FED553057}" type="presParOf" srcId="{9CC13A76-4868-4BB3-A0BF-112AEF2B4B4E}" destId="{B0468D8B-9E85-4AF6-9E5A-FE4577A51271}" srcOrd="1" destOrd="0" presId="urn:microsoft.com/office/officeart/2018/2/layout/IconVerticalSolidList"/>
    <dgm:cxn modelId="{1EF5537A-9BA6-4247-92EC-98D8A2DE1903}" type="presParOf" srcId="{9CC13A76-4868-4BB3-A0BF-112AEF2B4B4E}" destId="{D6FC650E-E484-4B54-8BDF-7B25CA771FF4}" srcOrd="2" destOrd="0" presId="urn:microsoft.com/office/officeart/2018/2/layout/IconVerticalSolidList"/>
    <dgm:cxn modelId="{3B88D1A3-9CF8-4659-98DB-CCCF82BE1AE4}" type="presParOf" srcId="{9CC13A76-4868-4BB3-A0BF-112AEF2B4B4E}" destId="{1AF15E25-A128-43F0-A10C-0F0DF7B4018C}" srcOrd="3" destOrd="0" presId="urn:microsoft.com/office/officeart/2018/2/layout/IconVerticalSolidList"/>
    <dgm:cxn modelId="{D9856AAB-A16E-439B-BDB1-641055E6A062}" type="presParOf" srcId="{71C9926D-ED20-4377-BA86-EC83836D5D6F}" destId="{0333D68F-B8A1-4418-B583-78242CF0104C}" srcOrd="1" destOrd="0" presId="urn:microsoft.com/office/officeart/2018/2/layout/IconVerticalSolidList"/>
    <dgm:cxn modelId="{76BE696B-F242-43EE-BC0F-3F7AC7DB0309}" type="presParOf" srcId="{71C9926D-ED20-4377-BA86-EC83836D5D6F}" destId="{D2C146CB-84B0-44DE-B18C-63B998F1FE84}" srcOrd="2" destOrd="0" presId="urn:microsoft.com/office/officeart/2018/2/layout/IconVerticalSolidList"/>
    <dgm:cxn modelId="{C1FD3B4B-C8E5-4655-95DD-8A9C80C64634}" type="presParOf" srcId="{D2C146CB-84B0-44DE-B18C-63B998F1FE84}" destId="{10041975-1A89-4718-9E73-5F5012B07A94}" srcOrd="0" destOrd="0" presId="urn:microsoft.com/office/officeart/2018/2/layout/IconVerticalSolidList"/>
    <dgm:cxn modelId="{39B91427-D0AC-46EF-9DC8-0BA669020893}" type="presParOf" srcId="{D2C146CB-84B0-44DE-B18C-63B998F1FE84}" destId="{12029E2B-E8E2-4A60-A727-E93FDD5E5F1E}" srcOrd="1" destOrd="0" presId="urn:microsoft.com/office/officeart/2018/2/layout/IconVerticalSolidList"/>
    <dgm:cxn modelId="{76BFD299-25A5-4F2E-8489-3904F428C9E4}" type="presParOf" srcId="{D2C146CB-84B0-44DE-B18C-63B998F1FE84}" destId="{3C41FFDD-0C96-4452-8910-AB41E496D778}" srcOrd="2" destOrd="0" presId="urn:microsoft.com/office/officeart/2018/2/layout/IconVerticalSolidList"/>
    <dgm:cxn modelId="{CA53DDC4-C410-4AB3-B7DA-B098482DE328}" type="presParOf" srcId="{D2C146CB-84B0-44DE-B18C-63B998F1FE84}" destId="{B479C4BA-5BB5-43F2-B5DA-5B6ABF2124B3}" srcOrd="3" destOrd="0" presId="urn:microsoft.com/office/officeart/2018/2/layout/IconVerticalSolidList"/>
    <dgm:cxn modelId="{782DE54D-BCE7-40F2-A4C5-FA4CCFDF79FE}" type="presParOf" srcId="{71C9926D-ED20-4377-BA86-EC83836D5D6F}" destId="{60E5109C-70D8-4A3D-A81F-56362C886AE4}" srcOrd="3" destOrd="0" presId="urn:microsoft.com/office/officeart/2018/2/layout/IconVerticalSolidList"/>
    <dgm:cxn modelId="{92B18F92-F676-4196-851D-F2EB096F811B}" type="presParOf" srcId="{71C9926D-ED20-4377-BA86-EC83836D5D6F}" destId="{696603E4-855D-439A-A04E-CD4B02B1CF77}" srcOrd="4" destOrd="0" presId="urn:microsoft.com/office/officeart/2018/2/layout/IconVerticalSolidList"/>
    <dgm:cxn modelId="{077FA4DE-2851-4FE6-8AB0-F33EA2DBBE95}" type="presParOf" srcId="{696603E4-855D-439A-A04E-CD4B02B1CF77}" destId="{FEE46DD2-0C90-4AE0-8AB8-640CC4B587AF}" srcOrd="0" destOrd="0" presId="urn:microsoft.com/office/officeart/2018/2/layout/IconVerticalSolidList"/>
    <dgm:cxn modelId="{571053F1-2205-4F93-8826-3A35D71F0828}" type="presParOf" srcId="{696603E4-855D-439A-A04E-CD4B02B1CF77}" destId="{9258B95F-2026-43B2-A862-125CD4FF74CB}" srcOrd="1" destOrd="0" presId="urn:microsoft.com/office/officeart/2018/2/layout/IconVerticalSolidList"/>
    <dgm:cxn modelId="{F28AB783-C12F-4F8A-B5FB-9EBF5F71E88E}" type="presParOf" srcId="{696603E4-855D-439A-A04E-CD4B02B1CF77}" destId="{3568B25E-2092-4F6D-B9DA-C11A2BC74F88}" srcOrd="2" destOrd="0" presId="urn:microsoft.com/office/officeart/2018/2/layout/IconVerticalSolidList"/>
    <dgm:cxn modelId="{31A8A640-B491-4842-ACF0-8C1E7A4671C2}" type="presParOf" srcId="{696603E4-855D-439A-A04E-CD4B02B1CF77}" destId="{71DF0EA3-5B82-4BBF-BDAA-8FD9617D8C04}" srcOrd="3" destOrd="0" presId="urn:microsoft.com/office/officeart/2018/2/layout/IconVerticalSolidList"/>
    <dgm:cxn modelId="{E8C67AF6-C9DD-4F61-A258-E023DD2D7484}" type="presParOf" srcId="{71C9926D-ED20-4377-BA86-EC83836D5D6F}" destId="{DE4D8378-580C-4DC9-A8EF-F588901C17F9}" srcOrd="5" destOrd="0" presId="urn:microsoft.com/office/officeart/2018/2/layout/IconVerticalSolidList"/>
    <dgm:cxn modelId="{F7E27482-368B-4BBB-B750-43A9781721E8}" type="presParOf" srcId="{71C9926D-ED20-4377-BA86-EC83836D5D6F}" destId="{1EBFA318-6895-4AA4-99AC-0E886FCC3041}" srcOrd="6" destOrd="0" presId="urn:microsoft.com/office/officeart/2018/2/layout/IconVerticalSolidList"/>
    <dgm:cxn modelId="{B0BB54BE-3815-4B6F-833A-DBBA834A3F16}" type="presParOf" srcId="{1EBFA318-6895-4AA4-99AC-0E886FCC3041}" destId="{7F81CA1A-53DC-4EFD-8F12-AA3FF86899B4}" srcOrd="0" destOrd="0" presId="urn:microsoft.com/office/officeart/2018/2/layout/IconVerticalSolidList"/>
    <dgm:cxn modelId="{24C94C60-92CB-423A-8D3D-A2976CBE7097}" type="presParOf" srcId="{1EBFA318-6895-4AA4-99AC-0E886FCC3041}" destId="{8DA036E9-E7DA-4977-AF1C-373B7E52ED58}" srcOrd="1" destOrd="0" presId="urn:microsoft.com/office/officeart/2018/2/layout/IconVerticalSolidList"/>
    <dgm:cxn modelId="{34442A33-85FF-4ECC-BC8D-BF20D409EE6B}" type="presParOf" srcId="{1EBFA318-6895-4AA4-99AC-0E886FCC3041}" destId="{5154FD47-BBAC-44EB-9923-EAF64FB182D3}" srcOrd="2" destOrd="0" presId="urn:microsoft.com/office/officeart/2018/2/layout/IconVerticalSolidList"/>
    <dgm:cxn modelId="{6B5C2EE2-172F-4CC9-A07D-7548D54E5F50}" type="presParOf" srcId="{1EBFA318-6895-4AA4-99AC-0E886FCC3041}" destId="{E6FBC06D-5F5D-4116-BA27-CAC362ABFC5D}" srcOrd="3" destOrd="0" presId="urn:microsoft.com/office/officeart/2018/2/layout/IconVerticalSolidList"/>
    <dgm:cxn modelId="{B936A6DA-9CA8-4D1D-B13A-19D814297919}" type="presParOf" srcId="{71C9926D-ED20-4377-BA86-EC83836D5D6F}" destId="{93EEFBC1-5D6F-4E15-A71A-EA1AD46E0D0D}" srcOrd="7" destOrd="0" presId="urn:microsoft.com/office/officeart/2018/2/layout/IconVerticalSolidList"/>
    <dgm:cxn modelId="{47871FC2-7294-4446-9B10-94CC5B0B8652}" type="presParOf" srcId="{71C9926D-ED20-4377-BA86-EC83836D5D6F}" destId="{56BFE3DB-6D60-439B-A56D-BA5A97B0587B}" srcOrd="8" destOrd="0" presId="urn:microsoft.com/office/officeart/2018/2/layout/IconVerticalSolidList"/>
    <dgm:cxn modelId="{B439C8B8-C9EA-4C8B-953C-695DC167B342}" type="presParOf" srcId="{56BFE3DB-6D60-439B-A56D-BA5A97B0587B}" destId="{AEC632A5-2A96-42CA-91E8-58117A7E7111}" srcOrd="0" destOrd="0" presId="urn:microsoft.com/office/officeart/2018/2/layout/IconVerticalSolidList"/>
    <dgm:cxn modelId="{E5B26DB2-83E6-4832-8A52-35516C14EE80}" type="presParOf" srcId="{56BFE3DB-6D60-439B-A56D-BA5A97B0587B}" destId="{798250BC-8E01-4E97-95D3-103726049224}" srcOrd="1" destOrd="0" presId="urn:microsoft.com/office/officeart/2018/2/layout/IconVerticalSolidList"/>
    <dgm:cxn modelId="{DA0C62D6-803A-4597-8C57-F046F4381EAB}" type="presParOf" srcId="{56BFE3DB-6D60-439B-A56D-BA5A97B0587B}" destId="{5858664E-2D57-432D-9DA6-D8DB27C9E7E4}" srcOrd="2" destOrd="0" presId="urn:microsoft.com/office/officeart/2018/2/layout/IconVerticalSolidList"/>
    <dgm:cxn modelId="{D1B9D82A-E49B-4CB9-9A08-8A4E59A585CA}" type="presParOf" srcId="{56BFE3DB-6D60-439B-A56D-BA5A97B0587B}" destId="{12CD4C2A-DBA2-4477-9761-F7ABF25E82B8}" srcOrd="3" destOrd="0" presId="urn:microsoft.com/office/officeart/2018/2/layout/IconVerticalSolidList"/>
    <dgm:cxn modelId="{3E3C1CBF-3C3A-42D5-A709-E21C693A2C21}" type="presParOf" srcId="{71C9926D-ED20-4377-BA86-EC83836D5D6F}" destId="{4117DB2F-628A-44B8-BD24-E631C83BFE25}" srcOrd="9" destOrd="0" presId="urn:microsoft.com/office/officeart/2018/2/layout/IconVerticalSolidList"/>
    <dgm:cxn modelId="{D24090D1-B451-4DF4-B05B-651D1DE7F2ED}" type="presParOf" srcId="{71C9926D-ED20-4377-BA86-EC83836D5D6F}" destId="{E8D9117E-BDC4-4529-A621-EF312F1C0221}" srcOrd="10" destOrd="0" presId="urn:microsoft.com/office/officeart/2018/2/layout/IconVerticalSolidList"/>
    <dgm:cxn modelId="{FB75397D-E3A0-4292-83FD-6BA79B639F50}" type="presParOf" srcId="{E8D9117E-BDC4-4529-A621-EF312F1C0221}" destId="{AFD52FC5-FB19-47AF-AEF4-AC81FA16AE68}" srcOrd="0" destOrd="0" presId="urn:microsoft.com/office/officeart/2018/2/layout/IconVerticalSolidList"/>
    <dgm:cxn modelId="{462D909B-9736-4AFE-8DF1-644FAA27C2BE}" type="presParOf" srcId="{E8D9117E-BDC4-4529-A621-EF312F1C0221}" destId="{BA5303D2-7B3A-4CBB-8F81-F8162638934E}" srcOrd="1" destOrd="0" presId="urn:microsoft.com/office/officeart/2018/2/layout/IconVerticalSolidList"/>
    <dgm:cxn modelId="{58E59AEF-C5A3-4371-95AA-BC304A22159F}" type="presParOf" srcId="{E8D9117E-BDC4-4529-A621-EF312F1C0221}" destId="{DA5DC2CE-5AEF-46CB-9C8F-6ED5008689D8}" srcOrd="2" destOrd="0" presId="urn:microsoft.com/office/officeart/2018/2/layout/IconVerticalSolidList"/>
    <dgm:cxn modelId="{C755F666-507A-40B6-BE76-3031CFA77A79}" type="presParOf" srcId="{E8D9117E-BDC4-4529-A621-EF312F1C0221}" destId="{DDC5E790-88F1-476B-A25E-E3CF858EB9B7}" srcOrd="3" destOrd="0" presId="urn:microsoft.com/office/officeart/2018/2/layout/IconVerticalSolidList"/>
    <dgm:cxn modelId="{BF0C60B3-227C-451D-ACCD-A8120BB62896}" type="presParOf" srcId="{71C9926D-ED20-4377-BA86-EC83836D5D6F}" destId="{209E7019-F15F-4BAB-9048-CEDA3D386019}" srcOrd="11" destOrd="0" presId="urn:microsoft.com/office/officeart/2018/2/layout/IconVerticalSolidList"/>
    <dgm:cxn modelId="{F1D5B774-FC16-4D26-A1A4-C6BFAF3039DF}" type="presParOf" srcId="{71C9926D-ED20-4377-BA86-EC83836D5D6F}" destId="{ADC241D6-A0B7-4591-A041-D2776C430226}" srcOrd="12" destOrd="0" presId="urn:microsoft.com/office/officeart/2018/2/layout/IconVerticalSolidList"/>
    <dgm:cxn modelId="{2C79C950-0EAC-4AE2-919F-27E4180A00A4}" type="presParOf" srcId="{ADC241D6-A0B7-4591-A041-D2776C430226}" destId="{A7EAF625-CE4A-4B67-89C3-6D9207A06060}" srcOrd="0" destOrd="0" presId="urn:microsoft.com/office/officeart/2018/2/layout/IconVerticalSolidList"/>
    <dgm:cxn modelId="{058B0105-7D12-4996-B5E8-D0FB75DAEE60}" type="presParOf" srcId="{ADC241D6-A0B7-4591-A041-D2776C430226}" destId="{F491F5E8-B2CF-4FBA-8ADB-A200CD00D83D}" srcOrd="1" destOrd="0" presId="urn:microsoft.com/office/officeart/2018/2/layout/IconVerticalSolidList"/>
    <dgm:cxn modelId="{F9CA43A0-CF62-467A-A081-ACB6352703D0}" type="presParOf" srcId="{ADC241D6-A0B7-4591-A041-D2776C430226}" destId="{57987702-6AAF-4245-974A-CBA19D87807B}" srcOrd="2" destOrd="0" presId="urn:microsoft.com/office/officeart/2018/2/layout/IconVerticalSolidList"/>
    <dgm:cxn modelId="{F5E0E235-2216-4DFD-B780-9E063E788391}" type="presParOf" srcId="{ADC241D6-A0B7-4591-A041-D2776C430226}" destId="{38B2857D-054E-44E8-AEDF-53D7DB0D7A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E5E420-FA57-468B-9DA6-5AAA682B3239}">
      <dsp:nvSpPr>
        <dsp:cNvPr id="0" name=""/>
        <dsp:cNvSpPr/>
      </dsp:nvSpPr>
      <dsp:spPr>
        <a:xfrm>
          <a:off x="235953" y="1449516"/>
          <a:ext cx="915248" cy="91524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DEEEA0-63B3-458B-8761-AD66176F27A4}">
      <dsp:nvSpPr>
        <dsp:cNvPr id="0" name=""/>
        <dsp:cNvSpPr/>
      </dsp:nvSpPr>
      <dsp:spPr>
        <a:xfrm>
          <a:off x="428155" y="1641718"/>
          <a:ext cx="530843" cy="5308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15C1E-FD00-4319-9816-1BAA1AEC12B1}">
      <dsp:nvSpPr>
        <dsp:cNvPr id="0" name=""/>
        <dsp:cNvSpPr/>
      </dsp:nvSpPr>
      <dsp:spPr>
        <a:xfrm>
          <a:off x="1347326" y="1449516"/>
          <a:ext cx="2157370" cy="915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Collected to analyze car models and their characteristics</a:t>
          </a:r>
          <a:endParaRPr lang="en-US" sz="2000" kern="1200"/>
        </a:p>
      </dsp:txBody>
      <dsp:txXfrm>
        <a:off x="1347326" y="1449516"/>
        <a:ext cx="2157370" cy="915248"/>
      </dsp:txXfrm>
    </dsp:sp>
    <dsp:sp modelId="{FB517159-9EC7-4AB5-B115-B52A2AD51291}">
      <dsp:nvSpPr>
        <dsp:cNvPr id="0" name=""/>
        <dsp:cNvSpPr/>
      </dsp:nvSpPr>
      <dsp:spPr>
        <a:xfrm>
          <a:off x="3880603" y="1449516"/>
          <a:ext cx="915248" cy="915248"/>
        </a:xfrm>
        <a:prstGeom prst="ellipse">
          <a:avLst/>
        </a:prstGeom>
        <a:solidFill>
          <a:schemeClr val="accent2">
            <a:hueOff val="4645837"/>
            <a:satOff val="-23806"/>
            <a:lumOff val="-1205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D5395B-2D94-48E0-BA4B-9C92884CD509}">
      <dsp:nvSpPr>
        <dsp:cNvPr id="0" name=""/>
        <dsp:cNvSpPr/>
      </dsp:nvSpPr>
      <dsp:spPr>
        <a:xfrm>
          <a:off x="4072805" y="1641718"/>
          <a:ext cx="530843" cy="5308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B69D27-6327-4B41-866F-1510F9C09FD7}">
      <dsp:nvSpPr>
        <dsp:cNvPr id="0" name=""/>
        <dsp:cNvSpPr/>
      </dsp:nvSpPr>
      <dsp:spPr>
        <a:xfrm>
          <a:off x="4991975" y="1449516"/>
          <a:ext cx="2157370" cy="915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93 observations</a:t>
          </a:r>
          <a:endParaRPr lang="en-US" sz="2000" kern="1200"/>
        </a:p>
      </dsp:txBody>
      <dsp:txXfrm>
        <a:off x="4991975" y="1449516"/>
        <a:ext cx="2157370" cy="915248"/>
      </dsp:txXfrm>
    </dsp:sp>
    <dsp:sp modelId="{123A03E7-4865-46AA-8DB3-91361D0BB901}">
      <dsp:nvSpPr>
        <dsp:cNvPr id="0" name=""/>
        <dsp:cNvSpPr/>
      </dsp:nvSpPr>
      <dsp:spPr>
        <a:xfrm>
          <a:off x="7525252" y="1449516"/>
          <a:ext cx="915248" cy="915248"/>
        </a:xfrm>
        <a:prstGeom prst="ellipse">
          <a:avLst/>
        </a:prstGeom>
        <a:solidFill>
          <a:schemeClr val="accent2">
            <a:hueOff val="9291674"/>
            <a:satOff val="-47612"/>
            <a:lumOff val="-2411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66C0B8-1144-4163-A4A3-18AC3D9AA018}">
      <dsp:nvSpPr>
        <dsp:cNvPr id="0" name=""/>
        <dsp:cNvSpPr/>
      </dsp:nvSpPr>
      <dsp:spPr>
        <a:xfrm>
          <a:off x="7717454" y="1641718"/>
          <a:ext cx="530843" cy="5308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B2FB1-C8CE-4531-B858-8583A73F42C5}">
      <dsp:nvSpPr>
        <dsp:cNvPr id="0" name=""/>
        <dsp:cNvSpPr/>
      </dsp:nvSpPr>
      <dsp:spPr>
        <a:xfrm>
          <a:off x="8636625" y="1449516"/>
          <a:ext cx="2157370" cy="915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26 variables</a:t>
          </a:r>
          <a:endParaRPr lang="en-US" sz="2000" kern="1200"/>
        </a:p>
      </dsp:txBody>
      <dsp:txXfrm>
        <a:off x="8636625" y="1449516"/>
        <a:ext cx="2157370" cy="9152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DCD14-D135-4E25-9359-88EF34E69600}">
      <dsp:nvSpPr>
        <dsp:cNvPr id="0" name=""/>
        <dsp:cNvSpPr/>
      </dsp:nvSpPr>
      <dsp:spPr>
        <a:xfrm>
          <a:off x="0" y="402"/>
          <a:ext cx="7012370" cy="553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468D8B-9E85-4AF6-9E5A-FE4577A51271}">
      <dsp:nvSpPr>
        <dsp:cNvPr id="0" name=""/>
        <dsp:cNvSpPr/>
      </dsp:nvSpPr>
      <dsp:spPr>
        <a:xfrm>
          <a:off x="167561" y="125034"/>
          <a:ext cx="304656" cy="3046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15E25-A128-43F0-A10C-0F0DF7B4018C}">
      <dsp:nvSpPr>
        <dsp:cNvPr id="0" name=""/>
        <dsp:cNvSpPr/>
      </dsp:nvSpPr>
      <dsp:spPr>
        <a:xfrm>
          <a:off x="639778" y="402"/>
          <a:ext cx="6372591" cy="5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23" tIns="58623" rIns="58623" bIns="5862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i="1" kern="1200"/>
            <a:t>Manufacturer</a:t>
          </a:r>
          <a:endParaRPr lang="en-US" sz="1600" kern="1200"/>
        </a:p>
      </dsp:txBody>
      <dsp:txXfrm>
        <a:off x="639778" y="402"/>
        <a:ext cx="6372591" cy="553920"/>
      </dsp:txXfrm>
    </dsp:sp>
    <dsp:sp modelId="{10041975-1A89-4718-9E73-5F5012B07A94}">
      <dsp:nvSpPr>
        <dsp:cNvPr id="0" name=""/>
        <dsp:cNvSpPr/>
      </dsp:nvSpPr>
      <dsp:spPr>
        <a:xfrm>
          <a:off x="0" y="692803"/>
          <a:ext cx="7012370" cy="553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29E2B-E8E2-4A60-A727-E93FDD5E5F1E}">
      <dsp:nvSpPr>
        <dsp:cNvPr id="0" name=""/>
        <dsp:cNvSpPr/>
      </dsp:nvSpPr>
      <dsp:spPr>
        <a:xfrm>
          <a:off x="167561" y="817435"/>
          <a:ext cx="304656" cy="3046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79C4BA-5BB5-43F2-B5DA-5B6ABF2124B3}">
      <dsp:nvSpPr>
        <dsp:cNvPr id="0" name=""/>
        <dsp:cNvSpPr/>
      </dsp:nvSpPr>
      <dsp:spPr>
        <a:xfrm>
          <a:off x="639778" y="692803"/>
          <a:ext cx="6372591" cy="5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23" tIns="58623" rIns="58623" bIns="5862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i="1" kern="1200"/>
            <a:t>Model</a:t>
          </a:r>
          <a:endParaRPr lang="en-US" sz="1600" kern="1200"/>
        </a:p>
      </dsp:txBody>
      <dsp:txXfrm>
        <a:off x="639778" y="692803"/>
        <a:ext cx="6372591" cy="553920"/>
      </dsp:txXfrm>
    </dsp:sp>
    <dsp:sp modelId="{FEE46DD2-0C90-4AE0-8AB8-640CC4B587AF}">
      <dsp:nvSpPr>
        <dsp:cNvPr id="0" name=""/>
        <dsp:cNvSpPr/>
      </dsp:nvSpPr>
      <dsp:spPr>
        <a:xfrm>
          <a:off x="0" y="1385204"/>
          <a:ext cx="7012370" cy="553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58B95F-2026-43B2-A862-125CD4FF74CB}">
      <dsp:nvSpPr>
        <dsp:cNvPr id="0" name=""/>
        <dsp:cNvSpPr/>
      </dsp:nvSpPr>
      <dsp:spPr>
        <a:xfrm>
          <a:off x="167561" y="1509836"/>
          <a:ext cx="304656" cy="3046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F0EA3-5B82-4BBF-BDAA-8FD9617D8C04}">
      <dsp:nvSpPr>
        <dsp:cNvPr id="0" name=""/>
        <dsp:cNvSpPr/>
      </dsp:nvSpPr>
      <dsp:spPr>
        <a:xfrm>
          <a:off x="639778" y="1385204"/>
          <a:ext cx="6372591" cy="5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23" tIns="58623" rIns="58623" bIns="5862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i="1" kern="1200"/>
            <a:t>Category</a:t>
          </a:r>
          <a:endParaRPr lang="en-US" sz="1600" kern="1200"/>
        </a:p>
      </dsp:txBody>
      <dsp:txXfrm>
        <a:off x="639778" y="1385204"/>
        <a:ext cx="6372591" cy="553920"/>
      </dsp:txXfrm>
    </dsp:sp>
    <dsp:sp modelId="{7F81CA1A-53DC-4EFD-8F12-AA3FF86899B4}">
      <dsp:nvSpPr>
        <dsp:cNvPr id="0" name=""/>
        <dsp:cNvSpPr/>
      </dsp:nvSpPr>
      <dsp:spPr>
        <a:xfrm>
          <a:off x="0" y="2077605"/>
          <a:ext cx="7012370" cy="553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A036E9-E7DA-4977-AF1C-373B7E52ED58}">
      <dsp:nvSpPr>
        <dsp:cNvPr id="0" name=""/>
        <dsp:cNvSpPr/>
      </dsp:nvSpPr>
      <dsp:spPr>
        <a:xfrm>
          <a:off x="167561" y="2202237"/>
          <a:ext cx="304656" cy="3046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BC06D-5F5D-4116-BA27-CAC362ABFC5D}">
      <dsp:nvSpPr>
        <dsp:cNvPr id="0" name=""/>
        <dsp:cNvSpPr/>
      </dsp:nvSpPr>
      <dsp:spPr>
        <a:xfrm>
          <a:off x="639778" y="2077605"/>
          <a:ext cx="6372591" cy="5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23" tIns="58623" rIns="58623" bIns="5862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i="1" kern="1200"/>
            <a:t>Air Bags</a:t>
          </a:r>
          <a:endParaRPr lang="en-US" sz="1600" kern="1200"/>
        </a:p>
      </dsp:txBody>
      <dsp:txXfrm>
        <a:off x="639778" y="2077605"/>
        <a:ext cx="6372591" cy="553920"/>
      </dsp:txXfrm>
    </dsp:sp>
    <dsp:sp modelId="{AEC632A5-2A96-42CA-91E8-58117A7E7111}">
      <dsp:nvSpPr>
        <dsp:cNvPr id="0" name=""/>
        <dsp:cNvSpPr/>
      </dsp:nvSpPr>
      <dsp:spPr>
        <a:xfrm>
          <a:off x="0" y="2770006"/>
          <a:ext cx="7012370" cy="553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8250BC-8E01-4E97-95D3-103726049224}">
      <dsp:nvSpPr>
        <dsp:cNvPr id="0" name=""/>
        <dsp:cNvSpPr/>
      </dsp:nvSpPr>
      <dsp:spPr>
        <a:xfrm>
          <a:off x="167561" y="2894638"/>
          <a:ext cx="304656" cy="3046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D4C2A-DBA2-4477-9761-F7ABF25E82B8}">
      <dsp:nvSpPr>
        <dsp:cNvPr id="0" name=""/>
        <dsp:cNvSpPr/>
      </dsp:nvSpPr>
      <dsp:spPr>
        <a:xfrm>
          <a:off x="639778" y="2770006"/>
          <a:ext cx="6372591" cy="5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23" tIns="58623" rIns="58623" bIns="5862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i="1" kern="1200"/>
            <a:t>Drive_Train</a:t>
          </a:r>
          <a:endParaRPr lang="en-US" sz="1600" kern="1200"/>
        </a:p>
      </dsp:txBody>
      <dsp:txXfrm>
        <a:off x="639778" y="2770006"/>
        <a:ext cx="6372591" cy="553920"/>
      </dsp:txXfrm>
    </dsp:sp>
    <dsp:sp modelId="{AFD52FC5-FB19-47AF-AEF4-AC81FA16AE68}">
      <dsp:nvSpPr>
        <dsp:cNvPr id="0" name=""/>
        <dsp:cNvSpPr/>
      </dsp:nvSpPr>
      <dsp:spPr>
        <a:xfrm>
          <a:off x="0" y="3462406"/>
          <a:ext cx="7012370" cy="553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5303D2-7B3A-4CBB-8F81-F8162638934E}">
      <dsp:nvSpPr>
        <dsp:cNvPr id="0" name=""/>
        <dsp:cNvSpPr/>
      </dsp:nvSpPr>
      <dsp:spPr>
        <a:xfrm>
          <a:off x="167561" y="3587039"/>
          <a:ext cx="304656" cy="30465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C5E790-88F1-476B-A25E-E3CF858EB9B7}">
      <dsp:nvSpPr>
        <dsp:cNvPr id="0" name=""/>
        <dsp:cNvSpPr/>
      </dsp:nvSpPr>
      <dsp:spPr>
        <a:xfrm>
          <a:off x="639778" y="3462406"/>
          <a:ext cx="6372591" cy="5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23" tIns="58623" rIns="58623" bIns="5862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i="1" kern="1200"/>
            <a:t>Domestic</a:t>
          </a:r>
          <a:endParaRPr lang="en-US" sz="1600" kern="1200"/>
        </a:p>
      </dsp:txBody>
      <dsp:txXfrm>
        <a:off x="639778" y="3462406"/>
        <a:ext cx="6372591" cy="553920"/>
      </dsp:txXfrm>
    </dsp:sp>
    <dsp:sp modelId="{A7EAF625-CE4A-4B67-89C3-6D9207A06060}">
      <dsp:nvSpPr>
        <dsp:cNvPr id="0" name=""/>
        <dsp:cNvSpPr/>
      </dsp:nvSpPr>
      <dsp:spPr>
        <a:xfrm>
          <a:off x="0" y="4154807"/>
          <a:ext cx="7012370" cy="553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91F5E8-B2CF-4FBA-8ADB-A200CD00D83D}">
      <dsp:nvSpPr>
        <dsp:cNvPr id="0" name=""/>
        <dsp:cNvSpPr/>
      </dsp:nvSpPr>
      <dsp:spPr>
        <a:xfrm>
          <a:off x="167561" y="4279440"/>
          <a:ext cx="304656" cy="30465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2857D-054E-44E8-AEDF-53D7DB0D7AC6}">
      <dsp:nvSpPr>
        <dsp:cNvPr id="0" name=""/>
        <dsp:cNvSpPr/>
      </dsp:nvSpPr>
      <dsp:spPr>
        <a:xfrm>
          <a:off x="639778" y="4154807"/>
          <a:ext cx="6372591" cy="5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23" tIns="58623" rIns="58623" bIns="5862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i="1" kern="1200"/>
            <a:t>Manual</a:t>
          </a:r>
          <a:endParaRPr lang="en-US" sz="1600" kern="1200"/>
        </a:p>
      </dsp:txBody>
      <dsp:txXfrm>
        <a:off x="639778" y="4154807"/>
        <a:ext cx="6372591" cy="553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3/4/2020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05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3/4/2020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68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3/4/2020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564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3/4/2020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06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3/4/2020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1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3/4/2020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2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82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3/4/2020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84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3/4/2020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21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3/4/2020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8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3/4/2020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16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3/4/2020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08995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30" r:id="rId5"/>
    <p:sldLayoutId id="2147483924" r:id="rId6"/>
    <p:sldLayoutId id="2147483925" r:id="rId7"/>
    <p:sldLayoutId id="2147483926" r:id="rId8"/>
    <p:sldLayoutId id="2147483929" r:id="rId9"/>
    <p:sldLayoutId id="2147483927" r:id="rId10"/>
    <p:sldLayoutId id="214748392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2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microsoft.com/office/2014/relationships/chartEx" Target="../charts/chartEx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D74B5F-6E41-47CA-A2B4-805F79AA5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620" y="863695"/>
            <a:ext cx="3511233" cy="3779995"/>
          </a:xfrm>
        </p:spPr>
        <p:txBody>
          <a:bodyPr anchor="ctr">
            <a:normAutofit/>
          </a:bodyPr>
          <a:lstStyle/>
          <a:p>
            <a:r>
              <a:rPr lang="en-CA" sz="3600">
                <a:solidFill>
                  <a:schemeClr val="tx1"/>
                </a:solidFill>
              </a:rPr>
              <a:t>Data Audit on </a:t>
            </a:r>
            <a:br>
              <a:rPr lang="en-CA" sz="3600">
                <a:solidFill>
                  <a:schemeClr val="tx1"/>
                </a:solidFill>
              </a:rPr>
            </a:br>
            <a:r>
              <a:rPr lang="en-CA" sz="3600">
                <a:solidFill>
                  <a:schemeClr val="tx1"/>
                </a:solidFill>
              </a:rPr>
              <a:t>Cars.xlsx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CA0EC-EB18-4872-AD50-4579801C8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621" y="4739780"/>
            <a:ext cx="3511233" cy="1147054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CA" sz="2200" dirty="0"/>
              <a:t>Furkan Demirdoven</a:t>
            </a:r>
          </a:p>
          <a:p>
            <a:pPr>
              <a:spcAft>
                <a:spcPts val="600"/>
              </a:spcAft>
            </a:pPr>
            <a:endParaRPr lang="en-CA" sz="220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Picture 4" descr="Image result for cars presentation&quot;">
            <a:extLst>
              <a:ext uri="{FF2B5EF4-FFF2-40B4-BE49-F238E27FC236}">
                <a16:creationId xmlns:a16="http://schemas.microsoft.com/office/drawing/2014/main" id="{B87C37E8-6A21-4EEC-8684-69CC3623C4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3" r="15653"/>
          <a:stretch/>
        </p:blipFill>
        <p:spPr bwMode="auto">
          <a:xfrm>
            <a:off x="4654295" y="10"/>
            <a:ext cx="753770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1003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E67F-CEB9-424C-87FD-5593DEDE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CA" sz="3200">
                <a:solidFill>
                  <a:schemeClr val="tx1">
                    <a:lumMod val="85000"/>
                    <a:lumOff val="15000"/>
                  </a:schemeClr>
                </a:solidFill>
              </a:rPr>
              <a:t>Brief description of the dataset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C0A990-644C-4446-B4C0-2EC7074004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5096877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99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95AFE-40D8-4D9E-BF29-FBC687A82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First 10 observations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25CAD8-8E7F-4D37-BC92-303DC0F3D1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4419335"/>
              </p:ext>
            </p:extLst>
          </p:nvPr>
        </p:nvGraphicFramePr>
        <p:xfrm>
          <a:off x="380063" y="2763296"/>
          <a:ext cx="11512169" cy="30145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6540">
                  <a:extLst>
                    <a:ext uri="{9D8B030D-6E8A-4147-A177-3AD203B41FA5}">
                      <a16:colId xmlns:a16="http://schemas.microsoft.com/office/drawing/2014/main" val="1196247081"/>
                    </a:ext>
                  </a:extLst>
                </a:gridCol>
                <a:gridCol w="483242">
                  <a:extLst>
                    <a:ext uri="{9D8B030D-6E8A-4147-A177-3AD203B41FA5}">
                      <a16:colId xmlns:a16="http://schemas.microsoft.com/office/drawing/2014/main" val="1003116535"/>
                    </a:ext>
                  </a:extLst>
                </a:gridCol>
                <a:gridCol w="311967">
                  <a:extLst>
                    <a:ext uri="{9D8B030D-6E8A-4147-A177-3AD203B41FA5}">
                      <a16:colId xmlns:a16="http://schemas.microsoft.com/office/drawing/2014/main" val="3207971503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3774898038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1743447757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2891821720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2432097312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1455603320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44389827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427690508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3000475707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1804469326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3429662137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1887388261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2080859250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1325914400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1391047839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2050377854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3318958179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1473322494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3772767422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585841185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2785646779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1169839584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3782928101"/>
                    </a:ext>
                  </a:extLst>
                </a:gridCol>
                <a:gridCol w="446540">
                  <a:extLst>
                    <a:ext uri="{9D8B030D-6E8A-4147-A177-3AD203B41FA5}">
                      <a16:colId xmlns:a16="http://schemas.microsoft.com/office/drawing/2014/main" val="836427649"/>
                    </a:ext>
                  </a:extLst>
                </a:gridCol>
              </a:tblGrid>
              <a:tr h="274046"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Manufacturer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Model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Category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Min_Price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Mid_Price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Max_Price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City_Fuel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Hwy_Fuel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 dirty="0" err="1">
                          <a:effectLst/>
                        </a:rPr>
                        <a:t>Air_Bags</a:t>
                      </a:r>
                      <a:endParaRPr lang="en-CA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Drive_Train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Cylinders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Engine_Size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Max_HP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Max_HP_RPM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RPM_high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Manual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Fuel_Tank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Passenger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Length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Wheel_Base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Width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U_Turn_Diam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Rear_Room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Luggage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Weight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Domestic</a:t>
                      </a:r>
                      <a:endParaRPr lang="en-CA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extLst>
                  <a:ext uri="{0D108BD9-81ED-4DB2-BD59-A6C34878D82A}">
                    <a16:rowId xmlns:a16="http://schemas.microsoft.com/office/drawing/2014/main" val="3493045591"/>
                  </a:ext>
                </a:extLst>
              </a:tr>
              <a:tr h="274046"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Acura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Integra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Small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12.9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15.9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18.8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 dirty="0">
                          <a:effectLst/>
                        </a:rPr>
                        <a:t>25</a:t>
                      </a:r>
                      <a:endParaRPr lang="en-CA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1.8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140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6300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2890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13.2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177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102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68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26.5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2705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extLst>
                  <a:ext uri="{0D108BD9-81ED-4DB2-BD59-A6C34878D82A}">
                    <a16:rowId xmlns:a16="http://schemas.microsoft.com/office/drawing/2014/main" val="237180137"/>
                  </a:ext>
                </a:extLst>
              </a:tr>
              <a:tr h="274046"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Acura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Legend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Midsize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29.2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33.9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38.7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3.2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200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5500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2335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195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115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71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3560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extLst>
                  <a:ext uri="{0D108BD9-81ED-4DB2-BD59-A6C34878D82A}">
                    <a16:rowId xmlns:a16="http://schemas.microsoft.com/office/drawing/2014/main" val="294677682"/>
                  </a:ext>
                </a:extLst>
              </a:tr>
              <a:tr h="274046"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Audi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90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Compact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25.9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29.1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32.3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2.8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172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5500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2280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16.9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180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102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67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14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3375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extLst>
                  <a:ext uri="{0D108BD9-81ED-4DB2-BD59-A6C34878D82A}">
                    <a16:rowId xmlns:a16="http://schemas.microsoft.com/office/drawing/2014/main" val="4233178647"/>
                  </a:ext>
                </a:extLst>
              </a:tr>
              <a:tr h="274046"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Audi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100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Midsize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30.8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37.7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44.6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2.8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172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5500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2535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21.1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 dirty="0">
                          <a:effectLst/>
                        </a:rPr>
                        <a:t>6</a:t>
                      </a:r>
                      <a:endParaRPr lang="en-CA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193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106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70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3405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extLst>
                  <a:ext uri="{0D108BD9-81ED-4DB2-BD59-A6C34878D82A}">
                    <a16:rowId xmlns:a16="http://schemas.microsoft.com/office/drawing/2014/main" val="3241222049"/>
                  </a:ext>
                </a:extLst>
              </a:tr>
              <a:tr h="274046"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BMW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535i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Midsize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23.7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36.2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22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3.5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208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5700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2545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21.1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186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109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69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13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3640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extLst>
                  <a:ext uri="{0D108BD9-81ED-4DB2-BD59-A6C34878D82A}">
                    <a16:rowId xmlns:a16="http://schemas.microsoft.com/office/drawing/2014/main" val="2172024002"/>
                  </a:ext>
                </a:extLst>
              </a:tr>
              <a:tr h="274046"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Buick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Century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Midsize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14.2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15.7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17.3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22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2.2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110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5200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2565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16.4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189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105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69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2880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extLst>
                  <a:ext uri="{0D108BD9-81ED-4DB2-BD59-A6C34878D82A}">
                    <a16:rowId xmlns:a16="http://schemas.microsoft.com/office/drawing/2014/main" val="10425368"/>
                  </a:ext>
                </a:extLst>
              </a:tr>
              <a:tr h="274046"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Buick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LeSabre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Large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19.9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20.8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21.7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3.8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170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4800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1570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200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111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74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42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30.5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3470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extLst>
                  <a:ext uri="{0D108BD9-81ED-4DB2-BD59-A6C34878D82A}">
                    <a16:rowId xmlns:a16="http://schemas.microsoft.com/office/drawing/2014/main" val="1981484862"/>
                  </a:ext>
                </a:extLst>
              </a:tr>
              <a:tr h="274046"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Buick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Roadmaster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Large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22.6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23.7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24.9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5.7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180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4000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1320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23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216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116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78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30.5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4105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extLst>
                  <a:ext uri="{0D108BD9-81ED-4DB2-BD59-A6C34878D82A}">
                    <a16:rowId xmlns:a16="http://schemas.microsoft.com/office/drawing/2014/main" val="124573199"/>
                  </a:ext>
                </a:extLst>
              </a:tr>
              <a:tr h="274046"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Buick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Riviera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Midsize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26.3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26.3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26.3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3.8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170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4800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1690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18.8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198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108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73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26.5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14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3495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extLst>
                  <a:ext uri="{0D108BD9-81ED-4DB2-BD59-A6C34878D82A}">
                    <a16:rowId xmlns:a16="http://schemas.microsoft.com/office/drawing/2014/main" val="3998182591"/>
                  </a:ext>
                </a:extLst>
              </a:tr>
              <a:tr h="274046"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Cadillac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DeVille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500" u="none" strike="noStrike">
                          <a:effectLst/>
                        </a:rPr>
                        <a:t>Large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33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34.7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36.3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4.9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200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4100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1510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206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114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73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43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35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18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>
                          <a:effectLst/>
                        </a:rPr>
                        <a:t>3620</a:t>
                      </a:r>
                      <a:endParaRPr lang="en-CA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500" u="none" strike="noStrike" dirty="0">
                          <a:effectLst/>
                        </a:rPr>
                        <a:t>1</a:t>
                      </a:r>
                      <a:endParaRPr lang="en-CA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98" marR="2198" marT="2198" marB="0" anchor="b"/>
                </a:tc>
                <a:extLst>
                  <a:ext uri="{0D108BD9-81ED-4DB2-BD59-A6C34878D82A}">
                    <a16:rowId xmlns:a16="http://schemas.microsoft.com/office/drawing/2014/main" val="4250027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096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647700"/>
            <a:ext cx="3703320" cy="57428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07172-67B3-41A9-9FCA-465727341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9643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CA" sz="3200">
                <a:solidFill>
                  <a:srgbClr val="FFFEFF"/>
                </a:solidFill>
              </a:rPr>
              <a:t>Metadata</a:t>
            </a:r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EC930E8B-CABB-49C6-9609-F872BC043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AFD211A8-7186-46C6-AC78-73F89CAA5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062204-EE69-489C-87C1-C1958C334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E6776C-9D78-4591-9DF6-7BFAEABF92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3573396"/>
              </p:ext>
            </p:extLst>
          </p:nvPr>
        </p:nvGraphicFramePr>
        <p:xfrm>
          <a:off x="1007240" y="1037967"/>
          <a:ext cx="5969959" cy="47091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688">
                  <a:extLst>
                    <a:ext uri="{9D8B030D-6E8A-4147-A177-3AD203B41FA5}">
                      <a16:colId xmlns:a16="http://schemas.microsoft.com/office/drawing/2014/main" val="3259688915"/>
                    </a:ext>
                  </a:extLst>
                </a:gridCol>
                <a:gridCol w="838222">
                  <a:extLst>
                    <a:ext uri="{9D8B030D-6E8A-4147-A177-3AD203B41FA5}">
                      <a16:colId xmlns:a16="http://schemas.microsoft.com/office/drawing/2014/main" val="3908580140"/>
                    </a:ext>
                  </a:extLst>
                </a:gridCol>
                <a:gridCol w="875113">
                  <a:extLst>
                    <a:ext uri="{9D8B030D-6E8A-4147-A177-3AD203B41FA5}">
                      <a16:colId xmlns:a16="http://schemas.microsoft.com/office/drawing/2014/main" val="2328535059"/>
                    </a:ext>
                  </a:extLst>
                </a:gridCol>
                <a:gridCol w="3118936">
                  <a:extLst>
                    <a:ext uri="{9D8B030D-6E8A-4147-A177-3AD203B41FA5}">
                      <a16:colId xmlns:a16="http://schemas.microsoft.com/office/drawing/2014/main" val="2405531156"/>
                    </a:ext>
                  </a:extLst>
                </a:gridCol>
              </a:tblGrid>
              <a:tr h="169013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Variables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Type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Scale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900" u="none" strike="noStrike">
                          <a:effectLst/>
                        </a:rPr>
                        <a:t>Description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extLst>
                  <a:ext uri="{0D108BD9-81ED-4DB2-BD59-A6C34878D82A}">
                    <a16:rowId xmlns:a16="http://schemas.microsoft.com/office/drawing/2014/main" val="614462311"/>
                  </a:ext>
                </a:extLst>
              </a:tr>
              <a:tr h="145807">
                <a:tc>
                  <a:txBody>
                    <a:bodyPr/>
                    <a:lstStyle/>
                    <a:p>
                      <a:pPr algn="ctr" fontAlgn="ctr"/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b"/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extLst>
                  <a:ext uri="{0D108BD9-81ED-4DB2-BD59-A6C34878D82A}">
                    <a16:rowId xmlns:a16="http://schemas.microsoft.com/office/drawing/2014/main" val="3031865353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Manufacturer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Character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Nominal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Company that produces that car. 30 Levels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2714182723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Model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Character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Nominal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Model. 93 Levels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1163008924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Category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Character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Ordinal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Category in terms of size. 6 Levels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2051712240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Min_Price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Continuous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Minimum Price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1026458173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Mid_Price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Continuous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Midrange Price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3941078343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Max_Price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Continuous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Maximum Price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3534605903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City_Fuel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Discrete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City Fuel Consumption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3602214441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Hwy_Fuel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Discrete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Highway Fuel Consumption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2019713466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Air_Bags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Integer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Air Bags Standard [1,2,3]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1312373006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Drive_Train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Integer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Drive Train [0,1,2]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4126266948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Cylinders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Discrete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Number of Cylinders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619834468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Engine_Size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Continuous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Engine Size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1963820382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Max_HP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Discrete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Maximum Hourse Power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1553848619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Max_HP_RPM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Discrete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Maximum RPM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3968874800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RPM_high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Discrete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RPM High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2552801558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Manual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Binary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Manual Transmission [0,1]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273426142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Fuel_Tank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Continuous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Fuel Tank Capacity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1576373123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Passenger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Discrete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Passenger Capacity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3536960415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Length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Discrete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Length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406148100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Wheel_Base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Discrete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Wheel Base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2470425086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Width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Discrete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Width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749553457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U_Turn_Diam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Discrete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U-turn diameter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1400047604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Rear_Room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Continuous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Rear Seat Room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485244525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Luggage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Discrete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Luggage Capacity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2580985215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Weight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Discrete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Weight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1447560390"/>
                  </a:ext>
                </a:extLst>
              </a:tr>
              <a:tr h="169013">
                <a:tc>
                  <a:txBody>
                    <a:bodyPr/>
                    <a:lstStyle/>
                    <a:p>
                      <a:pPr algn="l" fontAlgn="b"/>
                      <a:r>
                        <a:rPr lang="en-CA" sz="900" u="none" strike="noStrike">
                          <a:effectLst/>
                        </a:rPr>
                        <a:t>Domestic</a:t>
                      </a:r>
                      <a:endParaRPr lang="en-CA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>
                          <a:effectLst/>
                        </a:rPr>
                        <a:t>Numeric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900" u="none" strike="noStrike">
                          <a:effectLst/>
                        </a:rPr>
                        <a:t>Binary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900" u="none" strike="noStrike" dirty="0">
                          <a:effectLst/>
                        </a:rPr>
                        <a:t>Domestic [0,1]</a:t>
                      </a:r>
                      <a:endParaRPr lang="en-CA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01" marR="3001" marT="3001" marB="0"/>
                </a:tc>
                <a:extLst>
                  <a:ext uri="{0D108BD9-81ED-4DB2-BD59-A6C34878D82A}">
                    <a16:rowId xmlns:a16="http://schemas.microsoft.com/office/drawing/2014/main" val="319859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518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C427EA3-1645-4B27-A5C2-55E8E24C6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5CDBF6-7B87-4A58-92CA-E887CA36A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FF2B2E-1CF1-403F-BB44-3F9C3E7F6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8B4D3C-0DE0-43B9-B032-32B536B9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73B564-BF0D-4BA5-B572-3A59F309855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6847" y="846791"/>
            <a:ext cx="7403208" cy="5316605"/>
          </a:xfrm>
          <a:prstGeom prst="rect">
            <a:avLst/>
          </a:prstGeom>
          <a:noFill/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07788D3-E467-4E25-A5E9-FD41795BD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601200"/>
            <a:ext cx="3703320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108C8C-A1DD-43EB-B250-99592D6AD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Summary statistics</a:t>
            </a:r>
          </a:p>
        </p:txBody>
      </p:sp>
    </p:spTree>
    <p:extLst>
      <p:ext uri="{BB962C8B-B14F-4D97-AF65-F5344CB8AC3E}">
        <p14:creationId xmlns:p14="http://schemas.microsoft.com/office/powerpoint/2010/main" val="2709103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8D2B4922-7602-46A0-9EEB-1F737C65F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EF36A-E25F-458D-9875-FBCCAAA2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CA" sz="3200"/>
              <a:t>What does descriptive table tell? us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70450C2-785F-4B9A-ADCF-A3081A1CF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616FE08-2FA4-454F-8805-C2B340EE8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D6FD8DB-BEB0-487A-910E-E4D3E89D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7F0B04F-9887-478F-B1F0-5B28D467D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2180496"/>
            <a:ext cx="3703320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F36B9-37A9-4B62-995F-88B6E21EC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325" y="2180496"/>
            <a:ext cx="7105481" cy="4045683"/>
          </a:xfrm>
        </p:spPr>
        <p:txBody>
          <a:bodyPr>
            <a:normAutofit/>
          </a:bodyPr>
          <a:lstStyle/>
          <a:p>
            <a:r>
              <a:rPr lang="en-CA" dirty="0"/>
              <a:t>Missing values for </a:t>
            </a:r>
            <a:r>
              <a:rPr lang="en-CA" dirty="0" err="1"/>
              <a:t>theMissing</a:t>
            </a:r>
            <a:r>
              <a:rPr lang="en-CA" dirty="0"/>
              <a:t> values for the variables</a:t>
            </a:r>
          </a:p>
          <a:p>
            <a:pPr lvl="1"/>
            <a:r>
              <a:rPr lang="en-CA" dirty="0"/>
              <a:t>Luggage</a:t>
            </a:r>
          </a:p>
          <a:p>
            <a:pPr lvl="1"/>
            <a:r>
              <a:rPr lang="en-CA" dirty="0" err="1"/>
              <a:t>Rear_Room</a:t>
            </a:r>
            <a:endParaRPr lang="en-CA" dirty="0"/>
          </a:p>
          <a:p>
            <a:pPr lvl="1"/>
            <a:r>
              <a:rPr lang="en-CA" dirty="0"/>
              <a:t>Cylinders variables</a:t>
            </a:r>
          </a:p>
          <a:p>
            <a:r>
              <a:rPr lang="en-CA" dirty="0"/>
              <a:t>Outlier in </a:t>
            </a:r>
            <a:r>
              <a:rPr lang="en-CA" dirty="0" err="1"/>
              <a:t>Mid_Price</a:t>
            </a:r>
            <a:r>
              <a:rPr lang="en-CA" dirty="0"/>
              <a:t> variable: 151</a:t>
            </a:r>
          </a:p>
          <a:p>
            <a:r>
              <a:rPr lang="en-CA" dirty="0"/>
              <a:t>Skewness, kurtosis not a problem for most variables except </a:t>
            </a:r>
            <a:r>
              <a:rPr lang="en-CA" dirty="0" err="1"/>
              <a:t>Mid_Price</a:t>
            </a:r>
            <a:r>
              <a:rPr lang="en-CA" dirty="0"/>
              <a:t> </a:t>
            </a:r>
          </a:p>
          <a:p>
            <a:pPr marL="324000" lvl="1" indent="0">
              <a:buNone/>
            </a:pPr>
            <a:endParaRPr lang="en-CA" dirty="0"/>
          </a:p>
          <a:p>
            <a:endParaRPr lang="en-CA" dirty="0"/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2B8AD2FD-4D72-4F83-82BB-4C3430F38C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8081991"/>
              </p:ext>
            </p:extLst>
          </p:nvPr>
        </p:nvGraphicFramePr>
        <p:xfrm>
          <a:off x="776650" y="2521923"/>
          <a:ext cx="3061163" cy="3382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93986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647700"/>
            <a:ext cx="3703320" cy="57428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A8A75-B44E-44B0-BC43-46A22710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9643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CA" sz="3200">
                <a:solidFill>
                  <a:srgbClr val="FFFEFF"/>
                </a:solidFill>
              </a:rPr>
              <a:t>Closer look on mid_price variable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930E8B-CABB-49C6-9609-F872BC043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D211A8-7186-46C6-AC78-73F89CAA5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062204-EE69-489C-87C1-C1958C334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730A70B-9BC8-4E0F-A7FE-F57E0FCF6DC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64596559"/>
                  </p:ext>
                </p:extLst>
              </p:nvPr>
            </p:nvGraphicFramePr>
            <p:xfrm>
              <a:off x="486033" y="1037967"/>
              <a:ext cx="3442872" cy="466447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4730A70B-9BC8-4E0F-A7FE-F57E0FCF6DC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033" y="1037967"/>
                <a:ext cx="3442872" cy="46644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6" name="Chart 15">
                <a:extLst>
                  <a:ext uri="{FF2B5EF4-FFF2-40B4-BE49-F238E27FC236}">
                    <a16:creationId xmlns:a16="http://schemas.microsoft.com/office/drawing/2014/main" id="{F892FC0D-D3EE-49EF-AE74-18D80FB6313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34895698"/>
                  </p:ext>
                </p:extLst>
              </p:nvPr>
            </p:nvGraphicFramePr>
            <p:xfrm>
              <a:off x="4414938" y="1037967"/>
              <a:ext cx="3382583" cy="455678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16" name="Chart 15">
                <a:extLst>
                  <a:ext uri="{FF2B5EF4-FFF2-40B4-BE49-F238E27FC236}">
                    <a16:creationId xmlns:a16="http://schemas.microsoft.com/office/drawing/2014/main" id="{F892FC0D-D3EE-49EF-AE74-18D80FB631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14938" y="1037967"/>
                <a:ext cx="3382583" cy="45567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5761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3FB22-2775-47F3-8AD4-C91435CFE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CA" sz="3200">
                <a:solidFill>
                  <a:schemeClr val="bg1">
                    <a:lumMod val="85000"/>
                    <a:lumOff val="15000"/>
                  </a:schemeClr>
                </a:solidFill>
              </a:rPr>
              <a:t>Frequency tables for categorical variables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265521-ECF5-4615-830F-658CE534C1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2956320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9009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FBC75CB-7D0F-4FA6-8CF0-B4D3F6B60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B2B7FE1-7C65-43D0-B408-6986D65BA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7E90FFC-D91A-4F4A-88DC-42BF266F8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038FB0B-EBC4-4A9F-9698-4C81FC8CA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A9BA79-24BA-466C-8EAA-6AA41D30A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3412067" cy="1372177"/>
          </a:xfrm>
        </p:spPr>
        <p:txBody>
          <a:bodyPr anchor="ctr">
            <a:normAutofit/>
          </a:bodyPr>
          <a:lstStyle/>
          <a:p>
            <a:r>
              <a:rPr lang="en-CA" sz="3200">
                <a:solidFill>
                  <a:srgbClr val="FFFFFF"/>
                </a:solidFill>
              </a:rPr>
              <a:t>Frequency tables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BFFCEE-E9DF-4BC4-BF4F-B84885AA5DB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83592" y="618067"/>
            <a:ext cx="2237586" cy="5782733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ECF3ED-7B78-409C-85B5-6DBD34EAC37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86222" y="618067"/>
            <a:ext cx="2237586" cy="57827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75956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52FF1B8-145F-47AA-9F6F-7DA3201AA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FE8A8C-8C1F-40A1-8A45-9D05B0DD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1EF8C3-8F8A-447D-A5FF-C12426825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511BAF-6DC3-420A-8603-96945C66A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Graphic 6" descr="Winking Face with No Fill">
            <a:extLst>
              <a:ext uri="{FF2B5EF4-FFF2-40B4-BE49-F238E27FC236}">
                <a16:creationId xmlns:a16="http://schemas.microsoft.com/office/drawing/2014/main" id="{FCA26D0C-AA05-4131-AB2E-F6353AE9B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700" y="2049354"/>
            <a:ext cx="3053422" cy="305342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C60306D-4E52-44F2-9372-D634B17B8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601200"/>
            <a:ext cx="7498616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8F00B-2148-4189-AFE1-5438149BF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9243" y="1419225"/>
            <a:ext cx="6798608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59079949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Tw Cen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Microsoft Office PowerPoint</Application>
  <PresentationFormat>Widescreen</PresentationFormat>
  <Paragraphs>423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Gill Sans MT</vt:lpstr>
      <vt:lpstr>Tw Cen MT</vt:lpstr>
      <vt:lpstr>Wingdings 2</vt:lpstr>
      <vt:lpstr>DividendVTI</vt:lpstr>
      <vt:lpstr>Data Audit on  Cars.xlsx Dataset</vt:lpstr>
      <vt:lpstr>Brief description of the dataset</vt:lpstr>
      <vt:lpstr>First 10 observations</vt:lpstr>
      <vt:lpstr>Metadata</vt:lpstr>
      <vt:lpstr>Summary statistics</vt:lpstr>
      <vt:lpstr>What does descriptive table tell? us</vt:lpstr>
      <vt:lpstr>Closer look on mid_price variable</vt:lpstr>
      <vt:lpstr>Frequency tables for categorical variables </vt:lpstr>
      <vt:lpstr>Frequency tables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Audit on  Cars.xlsx Dataset</dc:title>
  <dc:creator>ahmet kahraman</dc:creator>
  <cp:lastModifiedBy>ahmet kahraman</cp:lastModifiedBy>
  <cp:revision>2</cp:revision>
  <dcterms:created xsi:type="dcterms:W3CDTF">2019-11-02T20:01:15Z</dcterms:created>
  <dcterms:modified xsi:type="dcterms:W3CDTF">2020-03-04T22:18:15Z</dcterms:modified>
</cp:coreProperties>
</file>